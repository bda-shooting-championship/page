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5" r:id="rId1"/>
  </p:sldMasterIdLst>
  <p:sldIdLst>
    <p:sldId id="256" r:id="rId2"/>
    <p:sldId id="282" r:id="rId3"/>
    <p:sldId id="283" r:id="rId4"/>
    <p:sldId id="260" r:id="rId5"/>
    <p:sldId id="261" r:id="rId6"/>
    <p:sldId id="276" r:id="rId7"/>
    <p:sldId id="277" r:id="rId8"/>
    <p:sldId id="270" r:id="rId9"/>
    <p:sldId id="271" r:id="rId10"/>
    <p:sldId id="272" r:id="rId11"/>
    <p:sldId id="267" r:id="rId12"/>
    <p:sldId id="268" r:id="rId13"/>
    <p:sldId id="274" r:id="rId14"/>
    <p:sldId id="273" r:id="rId15"/>
    <p:sldId id="264" r:id="rId16"/>
    <p:sldId id="278" r:id="rId17"/>
    <p:sldId id="265" r:id="rId18"/>
    <p:sldId id="269"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51" autoAdjust="0"/>
    <p:restoredTop sz="94660"/>
  </p:normalViewPr>
  <p:slideViewPr>
    <p:cSldViewPr snapToGrid="0">
      <p:cViewPr varScale="1">
        <p:scale>
          <a:sx n="62" d="100"/>
          <a:sy n="62" d="100"/>
        </p:scale>
        <p:origin x="888"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82E8BF5-F4F6-45DA-B5D0-6564A90609E7}" type="datetimeFigureOut">
              <a:rPr lang="id-ID" smtClean="0"/>
              <a:t>26/09/2026</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A4FCDC68-D84A-4487-90A1-5B9D183DF315}" type="slidenum">
              <a:rPr lang="id-ID" smtClean="0"/>
              <a:t>‹#›</a:t>
            </a:fld>
            <a:endParaRPr lang="id-ID"/>
          </a:p>
        </p:txBody>
      </p:sp>
    </p:spTree>
    <p:extLst>
      <p:ext uri="{BB962C8B-B14F-4D97-AF65-F5344CB8AC3E}">
        <p14:creationId xmlns:p14="http://schemas.microsoft.com/office/powerpoint/2010/main" val="30309739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82E8BF5-F4F6-45DA-B5D0-6564A90609E7}" type="datetimeFigureOut">
              <a:rPr lang="id-ID" smtClean="0"/>
              <a:t>26/09/2026</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A4FCDC68-D84A-4487-90A1-5B9D183DF315}" type="slidenum">
              <a:rPr lang="id-ID" smtClean="0"/>
              <a:t>‹#›</a:t>
            </a:fld>
            <a:endParaRPr lang="id-ID"/>
          </a:p>
        </p:txBody>
      </p:sp>
    </p:spTree>
    <p:extLst>
      <p:ext uri="{BB962C8B-B14F-4D97-AF65-F5344CB8AC3E}">
        <p14:creationId xmlns:p14="http://schemas.microsoft.com/office/powerpoint/2010/main" val="11066299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A82E8BF5-F4F6-45DA-B5D0-6564A90609E7}" type="datetimeFigureOut">
              <a:rPr lang="id-ID" smtClean="0"/>
              <a:t>26/09/2026</a:t>
            </a:fld>
            <a:endParaRPr lang="id-ID"/>
          </a:p>
        </p:txBody>
      </p:sp>
      <p:sp>
        <p:nvSpPr>
          <p:cNvPr id="5" name="Footer Placeholder 4"/>
          <p:cNvSpPr>
            <a:spLocks noGrp="1"/>
          </p:cNvSpPr>
          <p:nvPr>
            <p:ph type="ftr" sz="quarter" idx="11"/>
          </p:nvPr>
        </p:nvSpPr>
        <p:spPr>
          <a:xfrm>
            <a:off x="2182708" y="6272784"/>
            <a:ext cx="6327648" cy="365125"/>
          </a:xfrm>
        </p:spPr>
        <p:txBody>
          <a:bodyPr/>
          <a:lstStyle/>
          <a:p>
            <a:endParaRPr lang="id-ID"/>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A4FCDC68-D84A-4487-90A1-5B9D183DF315}" type="slidenum">
              <a:rPr lang="id-ID" smtClean="0"/>
              <a:t>‹#›</a:t>
            </a:fld>
            <a:endParaRPr lang="id-ID"/>
          </a:p>
        </p:txBody>
      </p:sp>
    </p:spTree>
    <p:extLst>
      <p:ext uri="{BB962C8B-B14F-4D97-AF65-F5344CB8AC3E}">
        <p14:creationId xmlns:p14="http://schemas.microsoft.com/office/powerpoint/2010/main" val="17782549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82E8BF5-F4F6-45DA-B5D0-6564A90609E7}" type="datetimeFigureOut">
              <a:rPr lang="id-ID" smtClean="0"/>
              <a:t>26/09/2026</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A4FCDC68-D84A-4487-90A1-5B9D183DF315}" type="slidenum">
              <a:rPr lang="id-ID" smtClean="0"/>
              <a:t>‹#›</a:t>
            </a:fld>
            <a:endParaRPr lang="id-ID"/>
          </a:p>
        </p:txBody>
      </p:sp>
    </p:spTree>
    <p:extLst>
      <p:ext uri="{BB962C8B-B14F-4D97-AF65-F5344CB8AC3E}">
        <p14:creationId xmlns:p14="http://schemas.microsoft.com/office/powerpoint/2010/main" val="22995676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82E8BF5-F4F6-45DA-B5D0-6564A90609E7}" type="datetimeFigureOut">
              <a:rPr lang="id-ID" smtClean="0"/>
              <a:t>26/09/2026</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A4FCDC68-D84A-4487-90A1-5B9D183DF315}" type="slidenum">
              <a:rPr lang="id-ID" smtClean="0"/>
              <a:t>‹#›</a:t>
            </a:fld>
            <a:endParaRPr lang="id-ID"/>
          </a:p>
        </p:txBody>
      </p:sp>
    </p:spTree>
    <p:extLst>
      <p:ext uri="{BB962C8B-B14F-4D97-AF65-F5344CB8AC3E}">
        <p14:creationId xmlns:p14="http://schemas.microsoft.com/office/powerpoint/2010/main" val="13415344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82E8BF5-F4F6-45DA-B5D0-6564A90609E7}" type="datetimeFigureOut">
              <a:rPr lang="id-ID" smtClean="0"/>
              <a:t>26/09/2026</a:t>
            </a:fld>
            <a:endParaRPr lang="id-ID"/>
          </a:p>
        </p:txBody>
      </p:sp>
      <p:sp>
        <p:nvSpPr>
          <p:cNvPr id="4" name="Footer Placeholder 3"/>
          <p:cNvSpPr>
            <a:spLocks noGrp="1"/>
          </p:cNvSpPr>
          <p:nvPr>
            <p:ph type="ftr" sz="quarter" idx="11"/>
          </p:nvPr>
        </p:nvSpPr>
        <p:spPr/>
        <p:txBody>
          <a:bodyPr/>
          <a:lstStyle/>
          <a:p>
            <a:endParaRPr lang="id-ID"/>
          </a:p>
        </p:txBody>
      </p:sp>
      <p:sp>
        <p:nvSpPr>
          <p:cNvPr id="5" name="Slide Number Placeholder 4"/>
          <p:cNvSpPr>
            <a:spLocks noGrp="1"/>
          </p:cNvSpPr>
          <p:nvPr>
            <p:ph type="sldNum" sz="quarter" idx="12"/>
          </p:nvPr>
        </p:nvSpPr>
        <p:spPr/>
        <p:txBody>
          <a:bodyPr/>
          <a:lstStyle/>
          <a:p>
            <a:fld id="{A4FCDC68-D84A-4487-90A1-5B9D183DF315}" type="slidenum">
              <a:rPr lang="id-ID" smtClean="0"/>
              <a:t>‹#›</a:t>
            </a:fld>
            <a:endParaRPr lang="id-ID"/>
          </a:p>
        </p:txBody>
      </p:sp>
    </p:spTree>
    <p:extLst>
      <p:ext uri="{BB962C8B-B14F-4D97-AF65-F5344CB8AC3E}">
        <p14:creationId xmlns:p14="http://schemas.microsoft.com/office/powerpoint/2010/main" val="3392441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2E8BF5-F4F6-45DA-B5D0-6564A90609E7}" type="datetimeFigureOut">
              <a:rPr lang="id-ID" smtClean="0"/>
              <a:t>26/09/2026</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A4FCDC68-D84A-4487-90A1-5B9D183DF315}" type="slidenum">
              <a:rPr lang="id-ID" smtClean="0"/>
              <a:t>‹#›</a:t>
            </a:fld>
            <a:endParaRPr lang="id-ID"/>
          </a:p>
        </p:txBody>
      </p:sp>
    </p:spTree>
    <p:extLst>
      <p:ext uri="{BB962C8B-B14F-4D97-AF65-F5344CB8AC3E}">
        <p14:creationId xmlns:p14="http://schemas.microsoft.com/office/powerpoint/2010/main" val="18122556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82E8BF5-F4F6-45DA-B5D0-6564A90609E7}" type="datetimeFigureOut">
              <a:rPr lang="id-ID" smtClean="0"/>
              <a:t>26/09/2026</a:t>
            </a:fld>
            <a:endParaRPr lang="id-ID"/>
          </a:p>
        </p:txBody>
      </p:sp>
      <p:sp>
        <p:nvSpPr>
          <p:cNvPr id="6" name="Footer Placeholder 5"/>
          <p:cNvSpPr>
            <a:spLocks noGrp="1"/>
          </p:cNvSpPr>
          <p:nvPr>
            <p:ph type="ftr" sz="quarter" idx="11"/>
          </p:nvPr>
        </p:nvSpPr>
        <p:spPr/>
        <p:txBody>
          <a:bodyPr/>
          <a:lstStyle/>
          <a:p>
            <a:endParaRPr lang="id-ID"/>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A4FCDC68-D84A-4487-90A1-5B9D183DF315}" type="slidenum">
              <a:rPr lang="id-ID" smtClean="0"/>
              <a:t>‹#›</a:t>
            </a:fld>
            <a:endParaRPr lang="id-ID"/>
          </a:p>
        </p:txBody>
      </p:sp>
    </p:spTree>
    <p:extLst>
      <p:ext uri="{BB962C8B-B14F-4D97-AF65-F5344CB8AC3E}">
        <p14:creationId xmlns:p14="http://schemas.microsoft.com/office/powerpoint/2010/main" val="40110710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82E8BF5-F4F6-45DA-B5D0-6564A90609E7}" type="datetimeFigureOut">
              <a:rPr lang="id-ID" smtClean="0"/>
              <a:t>26/09/2026</a:t>
            </a:fld>
            <a:endParaRPr lang="id-ID"/>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A4FCDC68-D84A-4487-90A1-5B9D183DF315}" type="slidenum">
              <a:rPr lang="id-ID" smtClean="0"/>
              <a:t>‹#›</a:t>
            </a:fld>
            <a:endParaRPr lang="id-ID"/>
          </a:p>
        </p:txBody>
      </p:sp>
    </p:spTree>
    <p:extLst>
      <p:ext uri="{BB962C8B-B14F-4D97-AF65-F5344CB8AC3E}">
        <p14:creationId xmlns:p14="http://schemas.microsoft.com/office/powerpoint/2010/main" val="26974403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82E8BF5-F4F6-45DA-B5D0-6564A90609E7}" type="datetimeFigureOut">
              <a:rPr lang="id-ID" smtClean="0"/>
              <a:t>26/09/2026</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A4FCDC68-D84A-4487-90A1-5B9D183DF315}" type="slidenum">
              <a:rPr lang="id-ID" smtClean="0"/>
              <a:t>‹#›</a:t>
            </a:fld>
            <a:endParaRPr lang="id-ID"/>
          </a:p>
        </p:txBody>
      </p:sp>
    </p:spTree>
    <p:extLst>
      <p:ext uri="{BB962C8B-B14F-4D97-AF65-F5344CB8AC3E}">
        <p14:creationId xmlns:p14="http://schemas.microsoft.com/office/powerpoint/2010/main" val="19495814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82E8BF5-F4F6-45DA-B5D0-6564A90609E7}" type="datetimeFigureOut">
              <a:rPr lang="id-ID" smtClean="0"/>
              <a:t>26/09/2026</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A4FCDC68-D84A-4487-90A1-5B9D183DF315}" type="slidenum">
              <a:rPr lang="id-ID" smtClean="0"/>
              <a:t>‹#›</a:t>
            </a:fld>
            <a:endParaRPr lang="id-ID"/>
          </a:p>
        </p:txBody>
      </p:sp>
    </p:spTree>
    <p:extLst>
      <p:ext uri="{BB962C8B-B14F-4D97-AF65-F5344CB8AC3E}">
        <p14:creationId xmlns:p14="http://schemas.microsoft.com/office/powerpoint/2010/main" val="1854626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A82E8BF5-F4F6-45DA-B5D0-6564A90609E7}" type="datetimeFigureOut">
              <a:rPr lang="id-ID" smtClean="0"/>
              <a:t>26/09/2026</a:t>
            </a:fld>
            <a:endParaRPr lang="id-ID"/>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id-ID"/>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A4FCDC68-D84A-4487-90A1-5B9D183DF315}" type="slidenum">
              <a:rPr lang="id-ID" smtClean="0"/>
              <a:t>‹#›</a:t>
            </a:fld>
            <a:endParaRPr lang="id-ID"/>
          </a:p>
        </p:txBody>
      </p:sp>
    </p:spTree>
    <p:extLst>
      <p:ext uri="{BB962C8B-B14F-4D97-AF65-F5344CB8AC3E}">
        <p14:creationId xmlns:p14="http://schemas.microsoft.com/office/powerpoint/2010/main" val="58731883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6.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image" Target="../media/image9.jpg"/><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EA09F-2975-465D-B9D9-F52715785D8B}"/>
              </a:ext>
            </a:extLst>
          </p:cNvPr>
          <p:cNvSpPr>
            <a:spLocks noGrp="1"/>
          </p:cNvSpPr>
          <p:nvPr>
            <p:ph type="ctrTitle"/>
          </p:nvPr>
        </p:nvSpPr>
        <p:spPr/>
        <p:txBody>
          <a:bodyPr/>
          <a:lstStyle/>
          <a:p>
            <a:r>
              <a:rPr lang="id-ID" b="1" dirty="0">
                <a:latin typeface="Bahnschrift" panose="020B0502040204020203" pitchFamily="34" charset="0"/>
              </a:rPr>
              <a:t>BDA SHOOTING CHAMPIONSHIP 2026</a:t>
            </a:r>
          </a:p>
        </p:txBody>
      </p:sp>
      <p:sp>
        <p:nvSpPr>
          <p:cNvPr id="3" name="Subtitle 2">
            <a:extLst>
              <a:ext uri="{FF2B5EF4-FFF2-40B4-BE49-F238E27FC236}">
                <a16:creationId xmlns:a16="http://schemas.microsoft.com/office/drawing/2014/main" id="{02363A85-FD2D-4CEB-BC10-CC6AA813053A}"/>
              </a:ext>
            </a:extLst>
          </p:cNvPr>
          <p:cNvSpPr>
            <a:spLocks noGrp="1"/>
          </p:cNvSpPr>
          <p:nvPr>
            <p:ph type="subTitle" idx="1"/>
          </p:nvPr>
        </p:nvSpPr>
        <p:spPr/>
        <p:txBody>
          <a:bodyPr>
            <a:normAutofit/>
          </a:bodyPr>
          <a:lstStyle/>
          <a:p>
            <a:r>
              <a:rPr lang="id-ID" dirty="0"/>
              <a:t>LAPANGAN TEMBAK SHOOTING HOUSE RESIMEN I PASUKAN PELOPOR</a:t>
            </a:r>
          </a:p>
        </p:txBody>
      </p:sp>
      <p:pic>
        <p:nvPicPr>
          <p:cNvPr id="5" name="Picture 4">
            <a:extLst>
              <a:ext uri="{FF2B5EF4-FFF2-40B4-BE49-F238E27FC236}">
                <a16:creationId xmlns:a16="http://schemas.microsoft.com/office/drawing/2014/main" id="{5ABFF68D-E6CF-4EBB-A860-4507569DCA78}"/>
              </a:ext>
            </a:extLst>
          </p:cNvPr>
          <p:cNvPicPr>
            <a:picLocks noChangeAspect="1"/>
          </p:cNvPicPr>
          <p:nvPr/>
        </p:nvPicPr>
        <p:blipFill>
          <a:blip r:embed="rId2">
            <a:alphaModFix amt="5000"/>
            <a:extLst>
              <a:ext uri="{BEBA8EAE-BF5A-486C-A8C5-ECC9F3942E4B}">
                <a14:imgProps xmlns:a14="http://schemas.microsoft.com/office/drawing/2010/main">
                  <a14:imgLayer r:embed="rId3">
                    <a14:imgEffect>
                      <a14:backgroundRemoval t="9944" b="92120" l="10000" r="90000">
                        <a14:foregroundMark x1="57597" y1="12477" x2="57597" y2="12477"/>
                        <a14:foregroundMark x1="62481" y1="13602" x2="62481" y2="13602"/>
                        <a14:foregroundMark x1="67752" y1="16229" x2="67752" y2="16229"/>
                        <a14:foregroundMark x1="48062" y1="15947" x2="48062" y2="15947"/>
                        <a14:foregroundMark x1="34884" y1="18856" x2="34884" y2="18856"/>
                        <a14:foregroundMark x1="45969" y1="49906" x2="45969" y2="49906"/>
                        <a14:foregroundMark x1="79845" y1="61351" x2="79845" y2="61351"/>
                        <a14:foregroundMark x1="77674" y1="34428" x2="77674" y2="34428"/>
                        <a14:foregroundMark x1="74884" y1="54034" x2="74884" y2="54034"/>
                        <a14:foregroundMark x1="55891" y1="92120" x2="55891" y2="92120"/>
                        <a14:backgroundMark x1="38760" y1="15009" x2="38760" y2="15009"/>
                        <a14:backgroundMark x1="46202" y1="15291" x2="46202" y2="15291"/>
                        <a14:backgroundMark x1="33256" y1="19887" x2="33256" y2="19887"/>
                        <a14:backgroundMark x1="32248" y1="16510" x2="32248" y2="16510"/>
                        <a14:backgroundMark x1="68682" y1="20169" x2="68682" y2="20169"/>
                      </a14:backgroundRemoval>
                    </a14:imgEffect>
                  </a14:imgLayer>
                </a14:imgProps>
              </a:ext>
              <a:ext uri="{28A0092B-C50C-407E-A947-70E740481C1C}">
                <a14:useLocalDpi xmlns:a14="http://schemas.microsoft.com/office/drawing/2010/main" val="0"/>
              </a:ext>
            </a:extLst>
          </a:blip>
          <a:stretch>
            <a:fillRect/>
          </a:stretch>
        </p:blipFill>
        <p:spPr>
          <a:xfrm>
            <a:off x="6510972" y="1425388"/>
            <a:ext cx="6248720" cy="5163671"/>
          </a:xfrm>
          <a:prstGeom prst="rect">
            <a:avLst/>
          </a:prstGeom>
          <a:noFill/>
        </p:spPr>
      </p:pic>
      <p:pic>
        <p:nvPicPr>
          <p:cNvPr id="6" name="Picture 5">
            <a:extLst>
              <a:ext uri="{FF2B5EF4-FFF2-40B4-BE49-F238E27FC236}">
                <a16:creationId xmlns:a16="http://schemas.microsoft.com/office/drawing/2014/main" id="{0198EABB-F93E-432B-BACB-FB755691271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33727" y="268941"/>
            <a:ext cx="857345" cy="764928"/>
          </a:xfrm>
          <a:prstGeom prst="rect">
            <a:avLst/>
          </a:prstGeom>
        </p:spPr>
      </p:pic>
    </p:spTree>
    <p:extLst>
      <p:ext uri="{BB962C8B-B14F-4D97-AF65-F5344CB8AC3E}">
        <p14:creationId xmlns:p14="http://schemas.microsoft.com/office/powerpoint/2010/main" val="427975254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D9E6F97-A45C-4308-8B41-98B18CD2E858}"/>
              </a:ext>
            </a:extLst>
          </p:cNvPr>
          <p:cNvSpPr>
            <a:spLocks noGrp="1"/>
          </p:cNvSpPr>
          <p:nvPr>
            <p:ph type="title"/>
          </p:nvPr>
        </p:nvSpPr>
        <p:spPr>
          <a:xfrm>
            <a:off x="838200" y="313755"/>
            <a:ext cx="10515599" cy="1508499"/>
          </a:xfrm>
        </p:spPr>
        <p:txBody>
          <a:bodyPr>
            <a:normAutofit/>
          </a:bodyPr>
          <a:lstStyle/>
          <a:p>
            <a:r>
              <a:rPr lang="id-ID" b="1" dirty="0">
                <a:latin typeface="Bahnschrift" panose="020B0502040204020203" pitchFamily="34" charset="0"/>
              </a:rPr>
              <a:t>MATERI PERTANDINGAN</a:t>
            </a:r>
          </a:p>
        </p:txBody>
      </p:sp>
      <p:sp>
        <p:nvSpPr>
          <p:cNvPr id="9" name="Content Placeholder 2">
            <a:extLst>
              <a:ext uri="{FF2B5EF4-FFF2-40B4-BE49-F238E27FC236}">
                <a16:creationId xmlns:a16="http://schemas.microsoft.com/office/drawing/2014/main" id="{9B0B3D24-838E-401C-B7FF-F41900344A8E}"/>
              </a:ext>
            </a:extLst>
          </p:cNvPr>
          <p:cNvSpPr>
            <a:spLocks noGrp="1"/>
          </p:cNvSpPr>
          <p:nvPr>
            <p:ph idx="1"/>
          </p:nvPr>
        </p:nvSpPr>
        <p:spPr>
          <a:xfrm>
            <a:off x="838200" y="2393575"/>
            <a:ext cx="10515599" cy="3794499"/>
          </a:xfrm>
        </p:spPr>
        <p:txBody>
          <a:bodyPr>
            <a:normAutofit/>
          </a:bodyPr>
          <a:lstStyle/>
          <a:p>
            <a:pPr marL="0" lvl="0" indent="0">
              <a:lnSpc>
                <a:spcPct val="107000"/>
              </a:lnSpc>
              <a:spcAft>
                <a:spcPts val="800"/>
              </a:spcAft>
              <a:buNone/>
            </a:pPr>
            <a:r>
              <a:rPr lang="id-ID" sz="2000" b="1" dirty="0">
                <a:latin typeface="Bahnschrift" panose="020B0502040204020203" pitchFamily="34" charset="0"/>
                <a:ea typeface="Calibri" panose="020F0502020204030204" pitchFamily="34" charset="0"/>
              </a:rPr>
              <a:t>1. DUEL</a:t>
            </a:r>
            <a:r>
              <a:rPr lang="en-GB" sz="2000" b="1" dirty="0">
                <a:latin typeface="Bahnschrift" panose="020B0502040204020203" pitchFamily="34" charset="0"/>
                <a:ea typeface="Calibri" panose="020F0502020204030204" pitchFamily="34" charset="0"/>
              </a:rPr>
              <a:t>ING</a:t>
            </a:r>
            <a:r>
              <a:rPr lang="id-ID" sz="2000" b="1" dirty="0">
                <a:latin typeface="Bahnschrift" panose="020B0502040204020203" pitchFamily="34" charset="0"/>
                <a:ea typeface="Calibri" panose="020F0502020204030204" pitchFamily="34" charset="0"/>
              </a:rPr>
              <a:t> PLATE</a:t>
            </a:r>
          </a:p>
          <a:p>
            <a:pPr lvl="1">
              <a:lnSpc>
                <a:spcPct val="107000"/>
              </a:lnSpc>
              <a:spcAft>
                <a:spcPts val="800"/>
              </a:spcAft>
              <a:buFont typeface="Wingdings" panose="05000000000000000000" pitchFamily="2" charset="2"/>
              <a:buChar char="Ø"/>
            </a:pPr>
            <a:r>
              <a:rPr lang="id-ID" sz="2000" dirty="0">
                <a:latin typeface="Bahnschrift" panose="020B0502040204020203" pitchFamily="34" charset="0"/>
                <a:ea typeface="Calibri" panose="020F0502020204030204" pitchFamily="34" charset="0"/>
              </a:rPr>
              <a:t>KELAS </a:t>
            </a:r>
            <a:r>
              <a:rPr lang="en-US" sz="2000" dirty="0">
                <a:latin typeface="Bahnschrift" panose="020B0502040204020203" pitchFamily="34" charset="0"/>
                <a:ea typeface="Calibri" panose="020F0502020204030204" pitchFamily="34" charset="0"/>
              </a:rPr>
              <a:t>INDIVIDU UMUM (POLRI)</a:t>
            </a:r>
            <a:endParaRPr lang="id-ID" sz="2000" dirty="0">
              <a:latin typeface="Bahnschrift" panose="020B0502040204020203" pitchFamily="34" charset="0"/>
              <a:ea typeface="Calibri" panose="020F0502020204030204" pitchFamily="34" charset="0"/>
            </a:endParaRPr>
          </a:p>
          <a:p>
            <a:pPr lvl="1">
              <a:lnSpc>
                <a:spcPct val="107000"/>
              </a:lnSpc>
              <a:spcAft>
                <a:spcPts val="800"/>
              </a:spcAft>
              <a:buFont typeface="Wingdings" panose="05000000000000000000" pitchFamily="2" charset="2"/>
              <a:buChar char="Ø"/>
            </a:pPr>
            <a:r>
              <a:rPr lang="id-ID" sz="2000" dirty="0">
                <a:latin typeface="Bahnschrift" panose="020B0502040204020203" pitchFamily="34" charset="0"/>
                <a:ea typeface="Calibri" panose="020F0502020204030204" pitchFamily="34" charset="0"/>
              </a:rPr>
              <a:t>KELAS INDIVIDU</a:t>
            </a:r>
            <a:r>
              <a:rPr lang="en-US" sz="2000" dirty="0">
                <a:latin typeface="Bahnschrift" panose="020B0502040204020203" pitchFamily="34" charset="0"/>
                <a:ea typeface="Calibri" panose="020F0502020204030204" pitchFamily="34" charset="0"/>
              </a:rPr>
              <a:t> (BDA KORBRIMOB POLRI)</a:t>
            </a:r>
            <a:endParaRPr lang="id-ID" sz="2000" dirty="0">
              <a:latin typeface="Bahnschrift" panose="020B0502040204020203" pitchFamily="34" charset="0"/>
              <a:ea typeface="Calibri" panose="020F0502020204030204" pitchFamily="34" charset="0"/>
            </a:endParaRPr>
          </a:p>
          <a:p>
            <a:pPr marL="0" lvl="0" indent="0">
              <a:lnSpc>
                <a:spcPct val="107000"/>
              </a:lnSpc>
              <a:spcAft>
                <a:spcPts val="800"/>
              </a:spcAft>
              <a:buNone/>
            </a:pPr>
            <a:r>
              <a:rPr lang="id-ID" sz="2000" b="1" dirty="0">
                <a:latin typeface="Bahnschrift" panose="020B0502040204020203" pitchFamily="34" charset="0"/>
                <a:ea typeface="Calibri" panose="020F0502020204030204" pitchFamily="34" charset="0"/>
              </a:rPr>
              <a:t>2. PISTOL PRESISI 2</a:t>
            </a:r>
            <a:r>
              <a:rPr lang="en-GB" sz="2000" b="1" dirty="0">
                <a:latin typeface="Bahnschrift" panose="020B0502040204020203" pitchFamily="34" charset="0"/>
                <a:ea typeface="Calibri" panose="020F0502020204030204" pitchFamily="34" charset="0"/>
              </a:rPr>
              <a:t>0</a:t>
            </a:r>
            <a:r>
              <a:rPr lang="id-ID" sz="2000" b="1" dirty="0">
                <a:latin typeface="Bahnschrift" panose="020B0502040204020203" pitchFamily="34" charset="0"/>
                <a:ea typeface="Calibri" panose="020F0502020204030204" pitchFamily="34" charset="0"/>
              </a:rPr>
              <a:t> M</a:t>
            </a:r>
          </a:p>
          <a:p>
            <a:pPr lvl="1">
              <a:lnSpc>
                <a:spcPct val="107000"/>
              </a:lnSpc>
              <a:spcAft>
                <a:spcPts val="800"/>
              </a:spcAft>
              <a:buFont typeface="Wingdings" panose="05000000000000000000" pitchFamily="2" charset="2"/>
              <a:buChar char="Ø"/>
            </a:pPr>
            <a:r>
              <a:rPr lang="id-ID" sz="2000" dirty="0">
                <a:latin typeface="Bahnschrift" panose="020B0502040204020203" pitchFamily="34" charset="0"/>
                <a:ea typeface="Calibri" panose="020F0502020204030204" pitchFamily="34" charset="0"/>
              </a:rPr>
              <a:t>KELAS </a:t>
            </a:r>
            <a:r>
              <a:rPr lang="en-US" sz="2000" dirty="0">
                <a:latin typeface="Bahnschrift" panose="020B0502040204020203" pitchFamily="34" charset="0"/>
                <a:ea typeface="Calibri" panose="020F0502020204030204" pitchFamily="34" charset="0"/>
              </a:rPr>
              <a:t>INDIVIDU UMUM (POLRI)</a:t>
            </a:r>
            <a:endParaRPr lang="id-ID" sz="2000" dirty="0">
              <a:latin typeface="Bahnschrift" panose="020B0502040204020203" pitchFamily="34" charset="0"/>
              <a:ea typeface="Calibri" panose="020F0502020204030204" pitchFamily="34" charset="0"/>
            </a:endParaRPr>
          </a:p>
          <a:p>
            <a:pPr lvl="1">
              <a:lnSpc>
                <a:spcPct val="107000"/>
              </a:lnSpc>
              <a:spcAft>
                <a:spcPts val="800"/>
              </a:spcAft>
              <a:buFont typeface="Wingdings" panose="05000000000000000000" pitchFamily="2" charset="2"/>
              <a:buChar char="Ø"/>
            </a:pPr>
            <a:endParaRPr lang="id-ID" sz="2000" dirty="0">
              <a:latin typeface="Bahnschrift" panose="020B0502040204020203" pitchFamily="34" charset="0"/>
              <a:ea typeface="Calibri" panose="020F0502020204030204" pitchFamily="34" charset="0"/>
            </a:endParaRPr>
          </a:p>
        </p:txBody>
      </p:sp>
      <p:pic>
        <p:nvPicPr>
          <p:cNvPr id="11" name="Picture 10">
            <a:extLst>
              <a:ext uri="{FF2B5EF4-FFF2-40B4-BE49-F238E27FC236}">
                <a16:creationId xmlns:a16="http://schemas.microsoft.com/office/drawing/2014/main" id="{19200F14-F92C-434F-9557-B2E0A701AD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33727" y="268941"/>
            <a:ext cx="857345" cy="764928"/>
          </a:xfrm>
          <a:prstGeom prst="rect">
            <a:avLst/>
          </a:prstGeom>
        </p:spPr>
      </p:pic>
    </p:spTree>
    <p:extLst>
      <p:ext uri="{BB962C8B-B14F-4D97-AF65-F5344CB8AC3E}">
        <p14:creationId xmlns:p14="http://schemas.microsoft.com/office/powerpoint/2010/main" val="14942056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D169F-B53D-4E34-935F-31261421F814}"/>
              </a:ext>
            </a:extLst>
          </p:cNvPr>
          <p:cNvSpPr>
            <a:spLocks noGrp="1"/>
          </p:cNvSpPr>
          <p:nvPr>
            <p:ph type="title"/>
          </p:nvPr>
        </p:nvSpPr>
        <p:spPr/>
        <p:txBody>
          <a:bodyPr/>
          <a:lstStyle/>
          <a:p>
            <a:r>
              <a:rPr lang="en-US" b="1" dirty="0"/>
              <a:t>BIAYA PENDAFTARAN</a:t>
            </a:r>
            <a:endParaRPr lang="en-ID" b="1" dirty="0"/>
          </a:p>
        </p:txBody>
      </p:sp>
      <p:sp>
        <p:nvSpPr>
          <p:cNvPr id="3" name="Content Placeholder 2">
            <a:extLst>
              <a:ext uri="{FF2B5EF4-FFF2-40B4-BE49-F238E27FC236}">
                <a16:creationId xmlns:a16="http://schemas.microsoft.com/office/drawing/2014/main" id="{7F05EE93-A7B5-4A2F-A058-60DC6CD02558}"/>
              </a:ext>
            </a:extLst>
          </p:cNvPr>
          <p:cNvSpPr>
            <a:spLocks noGrp="1"/>
          </p:cNvSpPr>
          <p:nvPr>
            <p:ph idx="1"/>
          </p:nvPr>
        </p:nvSpPr>
        <p:spPr/>
        <p:txBody>
          <a:bodyPr>
            <a:normAutofit/>
          </a:bodyPr>
          <a:lstStyle/>
          <a:p>
            <a:pPr marL="0" indent="0">
              <a:buNone/>
            </a:pPr>
            <a:r>
              <a:rPr lang="en-US" sz="2000" b="1" dirty="0"/>
              <a:t>PISTOL PRESISI 20 M </a:t>
            </a:r>
            <a:r>
              <a:rPr lang="en-US" sz="2000" dirty="0"/>
              <a:t>			</a:t>
            </a:r>
          </a:p>
          <a:p>
            <a:pPr marL="0" indent="0">
              <a:buNone/>
            </a:pPr>
            <a:r>
              <a:rPr lang="en-US" sz="2000" dirty="0"/>
              <a:t>KELAS INDIVIDU UMUM (POLRI)				: RP. 200.000</a:t>
            </a:r>
          </a:p>
          <a:p>
            <a:pPr marL="0" indent="0">
              <a:buNone/>
            </a:pPr>
            <a:endParaRPr lang="en-US" sz="2000" dirty="0"/>
          </a:p>
          <a:p>
            <a:pPr marL="0" indent="0">
              <a:buNone/>
            </a:pPr>
            <a:r>
              <a:rPr lang="en-ID" sz="2000" b="1" dirty="0"/>
              <a:t>DUELING PLAT 		</a:t>
            </a:r>
            <a:r>
              <a:rPr lang="en-ID" sz="2000" dirty="0"/>
              <a:t>			</a:t>
            </a:r>
          </a:p>
          <a:p>
            <a:pPr marL="0" indent="0">
              <a:buNone/>
            </a:pPr>
            <a:r>
              <a:rPr lang="en-ID" sz="2000" dirty="0"/>
              <a:t>KELAS INDIVIDU </a:t>
            </a:r>
            <a:r>
              <a:rPr lang="en-US" sz="2000" dirty="0"/>
              <a:t>UMUM (POLRI) </a:t>
            </a:r>
            <a:r>
              <a:rPr lang="en-ID" sz="2000" dirty="0"/>
              <a:t>				: RP. 200.000</a:t>
            </a:r>
          </a:p>
          <a:p>
            <a:pPr marL="0" indent="0">
              <a:buNone/>
            </a:pPr>
            <a:r>
              <a:rPr lang="en-ID" sz="2000" dirty="0"/>
              <a:t>KELAS INDIVIDU (BDA KORBRIMOB POLRI)		: RP. 200.000</a:t>
            </a:r>
          </a:p>
        </p:txBody>
      </p:sp>
      <p:pic>
        <p:nvPicPr>
          <p:cNvPr id="4" name="Picture 3">
            <a:extLst>
              <a:ext uri="{FF2B5EF4-FFF2-40B4-BE49-F238E27FC236}">
                <a16:creationId xmlns:a16="http://schemas.microsoft.com/office/drawing/2014/main" id="{C0C2B901-38BD-409C-A49F-E8E54878F2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33727" y="268941"/>
            <a:ext cx="857345" cy="764928"/>
          </a:xfrm>
          <a:prstGeom prst="rect">
            <a:avLst/>
          </a:prstGeom>
        </p:spPr>
      </p:pic>
    </p:spTree>
    <p:extLst>
      <p:ext uri="{BB962C8B-B14F-4D97-AF65-F5344CB8AC3E}">
        <p14:creationId xmlns:p14="http://schemas.microsoft.com/office/powerpoint/2010/main" val="162233686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888CFD-CE92-47EB-90EE-B833DC2CD6E4}"/>
              </a:ext>
            </a:extLst>
          </p:cNvPr>
          <p:cNvSpPr>
            <a:spLocks noGrp="1"/>
          </p:cNvSpPr>
          <p:nvPr>
            <p:ph sz="half" idx="1"/>
          </p:nvPr>
        </p:nvSpPr>
        <p:spPr>
          <a:xfrm>
            <a:off x="838200" y="2393576"/>
            <a:ext cx="10430434" cy="3783387"/>
          </a:xfrm>
        </p:spPr>
        <p:txBody>
          <a:bodyPr>
            <a:noAutofit/>
          </a:bodyPr>
          <a:lstStyle/>
          <a:p>
            <a:pPr marL="0" indent="0">
              <a:buNone/>
            </a:pPr>
            <a:r>
              <a:rPr lang="id-ID" sz="1600" b="1" dirty="0">
                <a:latin typeface="Bahnschrift" panose="020B0502040204020203" pitchFamily="34" charset="0"/>
              </a:rPr>
              <a:t>1. </a:t>
            </a:r>
            <a:r>
              <a:rPr lang="id-ID" sz="1600" b="1" i="1" dirty="0">
                <a:latin typeface="Bahnschrift" panose="020B0502040204020203" pitchFamily="34" charset="0"/>
              </a:rPr>
              <a:t>TEC</a:t>
            </a:r>
            <a:r>
              <a:rPr lang="en-US" sz="1600" b="1" i="1" dirty="0">
                <a:latin typeface="Bahnschrift" panose="020B0502040204020203" pitchFamily="34" charset="0"/>
              </a:rPr>
              <a:t>H</a:t>
            </a:r>
            <a:r>
              <a:rPr lang="id-ID" sz="1600" b="1" i="1" dirty="0">
                <a:latin typeface="Bahnschrift" panose="020B0502040204020203" pitchFamily="34" charset="0"/>
              </a:rPr>
              <a:t>NI</a:t>
            </a:r>
            <a:r>
              <a:rPr lang="en-US" sz="1600" b="1" i="1" dirty="0">
                <a:latin typeface="Bahnschrift" panose="020B0502040204020203" pitchFamily="34" charset="0"/>
              </a:rPr>
              <a:t>C</a:t>
            </a:r>
            <a:r>
              <a:rPr lang="id-ID" sz="1600" b="1" i="1" dirty="0">
                <a:latin typeface="Bahnschrift" panose="020B0502040204020203" pitchFamily="34" charset="0"/>
              </a:rPr>
              <a:t>AL MEETING</a:t>
            </a:r>
            <a:r>
              <a:rPr lang="id-ID" sz="1600" b="1" dirty="0">
                <a:latin typeface="Bahnschrift" panose="020B0502040204020203" pitchFamily="34" charset="0"/>
              </a:rPr>
              <a:t>	</a:t>
            </a:r>
            <a:r>
              <a:rPr lang="id-ID" sz="1600" dirty="0">
                <a:latin typeface="Bahnschrift" panose="020B0502040204020203" pitchFamily="34" charset="0"/>
              </a:rPr>
              <a:t>		</a:t>
            </a:r>
          </a:p>
          <a:p>
            <a:pPr lvl="1">
              <a:buFont typeface="Wingdings" panose="05000000000000000000" pitchFamily="2" charset="2"/>
              <a:buChar char="Ø"/>
            </a:pPr>
            <a:r>
              <a:rPr lang="id-ID" sz="1600" dirty="0">
                <a:latin typeface="Bahnschrift" panose="020B0502040204020203" pitchFamily="34" charset="0"/>
              </a:rPr>
              <a:t>WAKTU				: </a:t>
            </a:r>
            <a:r>
              <a:rPr lang="en-US" dirty="0">
                <a:latin typeface="Bahnschrift" panose="020B0502040204020203" pitchFamily="34" charset="0"/>
              </a:rPr>
              <a:t>MINGGU</a:t>
            </a:r>
            <a:r>
              <a:rPr lang="id-ID" sz="1600" dirty="0">
                <a:latin typeface="Bahnschrift" panose="020B0502040204020203" pitchFamily="34" charset="0"/>
              </a:rPr>
              <a:t>,</a:t>
            </a:r>
            <a:r>
              <a:rPr lang="en-US" sz="1600" dirty="0">
                <a:latin typeface="Bahnschrift" panose="020B0502040204020203" pitchFamily="34" charset="0"/>
              </a:rPr>
              <a:t> 4</a:t>
            </a:r>
            <a:r>
              <a:rPr lang="id-ID" sz="1600" dirty="0">
                <a:latin typeface="Bahnschrift" panose="020B0502040204020203" pitchFamily="34" charset="0"/>
              </a:rPr>
              <a:t> OKTOBER 2026</a:t>
            </a:r>
          </a:p>
          <a:p>
            <a:pPr lvl="1">
              <a:buFont typeface="Wingdings" panose="05000000000000000000" pitchFamily="2" charset="2"/>
              <a:buChar char="Ø"/>
            </a:pPr>
            <a:r>
              <a:rPr lang="id-ID" sz="1600" dirty="0">
                <a:latin typeface="Bahnschrift" panose="020B0502040204020203" pitchFamily="34" charset="0"/>
              </a:rPr>
              <a:t> TEMPAT				: LAPANGAN TEMBAK RESIMEN I </a:t>
            </a:r>
            <a:r>
              <a:rPr lang="en-US" sz="1600" dirty="0">
                <a:latin typeface="Bahnschrift" panose="020B0502040204020203" pitchFamily="34" charset="0"/>
              </a:rPr>
              <a:t>PASUKAN PELOPOR</a:t>
            </a:r>
            <a:endParaRPr lang="id-ID" sz="1600" dirty="0">
              <a:latin typeface="Bahnschrift" panose="020B0502040204020203" pitchFamily="34" charset="0"/>
            </a:endParaRPr>
          </a:p>
          <a:p>
            <a:pPr marL="0" indent="0">
              <a:buNone/>
            </a:pPr>
            <a:r>
              <a:rPr lang="id-ID" sz="1600" b="1" dirty="0">
                <a:latin typeface="Bahnschrift" panose="020B0502040204020203" pitchFamily="34" charset="0"/>
              </a:rPr>
              <a:t>2. </a:t>
            </a:r>
            <a:r>
              <a:rPr lang="en-US" sz="1600" b="1" dirty="0">
                <a:latin typeface="Bahnschrift" panose="020B0502040204020203" pitchFamily="34" charset="0"/>
              </a:rPr>
              <a:t>UJI COBA LAPANGAN</a:t>
            </a:r>
            <a:endParaRPr lang="id-ID" sz="1600" b="1" dirty="0">
              <a:latin typeface="Bahnschrift" panose="020B0502040204020203" pitchFamily="34" charset="0"/>
            </a:endParaRPr>
          </a:p>
          <a:p>
            <a:pPr lvl="1">
              <a:buFont typeface="Wingdings" panose="05000000000000000000" pitchFamily="2" charset="2"/>
              <a:buChar char="Ø"/>
            </a:pPr>
            <a:r>
              <a:rPr lang="id-ID" sz="1600" dirty="0">
                <a:latin typeface="Bahnschrift" panose="020B0502040204020203" pitchFamily="34" charset="0"/>
              </a:rPr>
              <a:t>PRESISI 2</a:t>
            </a:r>
            <a:r>
              <a:rPr lang="en-GB" sz="1600" dirty="0">
                <a:latin typeface="Bahnschrift" panose="020B0502040204020203" pitchFamily="34" charset="0"/>
              </a:rPr>
              <a:t>0</a:t>
            </a:r>
            <a:r>
              <a:rPr lang="id-ID" sz="1600" dirty="0">
                <a:latin typeface="Bahnschrift" panose="020B0502040204020203" pitchFamily="34" charset="0"/>
              </a:rPr>
              <a:t> M		</a:t>
            </a:r>
            <a:r>
              <a:rPr lang="en-GB" sz="1600" dirty="0">
                <a:latin typeface="Bahnschrift" panose="020B0502040204020203" pitchFamily="34" charset="0"/>
              </a:rPr>
              <a:t>	</a:t>
            </a:r>
            <a:r>
              <a:rPr lang="id-ID" sz="1600" dirty="0">
                <a:latin typeface="Bahnschrift" panose="020B0502040204020203" pitchFamily="34" charset="0"/>
              </a:rPr>
              <a:t>: </a:t>
            </a:r>
            <a:r>
              <a:rPr lang="en-US" sz="1600" dirty="0">
                <a:latin typeface="Bahnschrift" panose="020B0502040204020203" pitchFamily="34" charset="0"/>
              </a:rPr>
              <a:t>KAMIS</a:t>
            </a:r>
            <a:r>
              <a:rPr lang="id-ID" sz="1600" dirty="0">
                <a:latin typeface="Bahnschrift" panose="020B0502040204020203" pitchFamily="34" charset="0"/>
              </a:rPr>
              <a:t>,</a:t>
            </a:r>
            <a:r>
              <a:rPr lang="en-US" sz="1600" dirty="0">
                <a:latin typeface="Bahnschrift" panose="020B0502040204020203" pitchFamily="34" charset="0"/>
              </a:rPr>
              <a:t> 15 </a:t>
            </a:r>
            <a:r>
              <a:rPr lang="id-ID" sz="1600" dirty="0">
                <a:latin typeface="Bahnschrift" panose="020B0502040204020203" pitchFamily="34" charset="0"/>
              </a:rPr>
              <a:t>OKTOBER 2026</a:t>
            </a:r>
          </a:p>
          <a:p>
            <a:pPr lvl="1">
              <a:buFont typeface="Wingdings" panose="05000000000000000000" pitchFamily="2" charset="2"/>
              <a:buChar char="Ø"/>
            </a:pPr>
            <a:r>
              <a:rPr lang="id-ID" dirty="0">
                <a:latin typeface="Bahnschrift" panose="020B0502040204020203" pitchFamily="34" charset="0"/>
              </a:rPr>
              <a:t>DUELING PLAT	</a:t>
            </a:r>
            <a:r>
              <a:rPr lang="id-ID" sz="1600" dirty="0">
                <a:latin typeface="Bahnschrift" panose="020B0502040204020203" pitchFamily="34" charset="0"/>
              </a:rPr>
              <a:t>		:</a:t>
            </a:r>
            <a:r>
              <a:rPr lang="en-US" sz="1600" dirty="0">
                <a:latin typeface="Bahnschrift" panose="020B0502040204020203" pitchFamily="34" charset="0"/>
              </a:rPr>
              <a:t> KAMIS</a:t>
            </a:r>
            <a:r>
              <a:rPr lang="id-ID" sz="1600" dirty="0">
                <a:latin typeface="Bahnschrift" panose="020B0502040204020203" pitchFamily="34" charset="0"/>
              </a:rPr>
              <a:t>,</a:t>
            </a:r>
            <a:r>
              <a:rPr lang="en-US" sz="1600" dirty="0">
                <a:latin typeface="Bahnschrift" panose="020B0502040204020203" pitchFamily="34" charset="0"/>
              </a:rPr>
              <a:t> 15 </a:t>
            </a:r>
            <a:r>
              <a:rPr lang="id-ID" sz="1600" dirty="0">
                <a:latin typeface="Bahnschrift" panose="020B0502040204020203" pitchFamily="34" charset="0"/>
              </a:rPr>
              <a:t>OKTOBER 2026</a:t>
            </a:r>
          </a:p>
          <a:p>
            <a:pPr marL="0" indent="0">
              <a:buNone/>
            </a:pPr>
            <a:r>
              <a:rPr lang="id-ID" sz="1600" b="1" dirty="0">
                <a:latin typeface="Bahnschrift" panose="020B0502040204020203" pitchFamily="34" charset="0"/>
              </a:rPr>
              <a:t>3. </a:t>
            </a:r>
            <a:r>
              <a:rPr lang="en-US" sz="1600" b="1" dirty="0">
                <a:latin typeface="Bahnschrift" panose="020B0502040204020203" pitchFamily="34" charset="0"/>
              </a:rPr>
              <a:t>PELAKSANAAN </a:t>
            </a:r>
            <a:r>
              <a:rPr lang="id-ID" sz="1600" b="1" dirty="0">
                <a:latin typeface="Bahnschrift" panose="020B0502040204020203" pitchFamily="34" charset="0"/>
              </a:rPr>
              <a:t>PERTANDINGAN</a:t>
            </a:r>
          </a:p>
          <a:p>
            <a:pPr lvl="1">
              <a:buFont typeface="Wingdings" panose="05000000000000000000" pitchFamily="2" charset="2"/>
              <a:buChar char="Ø"/>
            </a:pPr>
            <a:r>
              <a:rPr lang="id-ID" sz="1600" dirty="0">
                <a:latin typeface="Bahnschrift" panose="020B0502040204020203" pitchFamily="34" charset="0"/>
              </a:rPr>
              <a:t>PRESISI</a:t>
            </a:r>
            <a:r>
              <a:rPr lang="en-GB" sz="1600" dirty="0">
                <a:latin typeface="Bahnschrift" panose="020B0502040204020203" pitchFamily="34" charset="0"/>
              </a:rPr>
              <a:t> </a:t>
            </a:r>
            <a:r>
              <a:rPr lang="id-ID" sz="1600" dirty="0">
                <a:latin typeface="Bahnschrift" panose="020B0502040204020203" pitchFamily="34" charset="0"/>
              </a:rPr>
              <a:t>2</a:t>
            </a:r>
            <a:r>
              <a:rPr lang="en-GB" sz="1600" dirty="0">
                <a:latin typeface="Bahnschrift" panose="020B0502040204020203" pitchFamily="34" charset="0"/>
              </a:rPr>
              <a:t>0</a:t>
            </a:r>
            <a:r>
              <a:rPr lang="id-ID" sz="1600" dirty="0">
                <a:latin typeface="Bahnschrift" panose="020B0502040204020203" pitchFamily="34" charset="0"/>
              </a:rPr>
              <a:t> M	</a:t>
            </a:r>
            <a:r>
              <a:rPr lang="en-GB" sz="1600" dirty="0">
                <a:latin typeface="Bahnschrift" panose="020B0502040204020203" pitchFamily="34" charset="0"/>
              </a:rPr>
              <a:t>	</a:t>
            </a:r>
            <a:r>
              <a:rPr lang="id-ID" sz="1600" dirty="0">
                <a:latin typeface="Bahnschrift" panose="020B0502040204020203" pitchFamily="34" charset="0"/>
              </a:rPr>
              <a:t>	: </a:t>
            </a:r>
            <a:r>
              <a:rPr lang="en-US" sz="1600" dirty="0">
                <a:latin typeface="Bahnschrift" panose="020B0502040204020203" pitchFamily="34" charset="0"/>
              </a:rPr>
              <a:t>17 </a:t>
            </a:r>
            <a:r>
              <a:rPr lang="en-US" sz="1600" dirty="0" err="1">
                <a:latin typeface="Bahnschrift" panose="020B0502040204020203" pitchFamily="34" charset="0"/>
              </a:rPr>
              <a:t>s</a:t>
            </a:r>
            <a:r>
              <a:rPr lang="en-US" dirty="0" err="1">
                <a:latin typeface="Bahnschrift" panose="020B0502040204020203" pitchFamily="34" charset="0"/>
              </a:rPr>
              <a:t>.d</a:t>
            </a:r>
            <a:r>
              <a:rPr lang="en-US" sz="1600" dirty="0">
                <a:latin typeface="Bahnschrift" panose="020B0502040204020203" pitchFamily="34" charset="0"/>
              </a:rPr>
              <a:t> 18 </a:t>
            </a:r>
            <a:r>
              <a:rPr lang="id-ID" sz="1600" dirty="0">
                <a:latin typeface="Bahnschrift" panose="020B0502040204020203" pitchFamily="34" charset="0"/>
              </a:rPr>
              <a:t>OKTOBER 2026</a:t>
            </a:r>
          </a:p>
          <a:p>
            <a:pPr lvl="1">
              <a:buFont typeface="Wingdings" panose="05000000000000000000" pitchFamily="2" charset="2"/>
              <a:buChar char="Ø"/>
            </a:pPr>
            <a:r>
              <a:rPr lang="id-ID" dirty="0">
                <a:latin typeface="Bahnschrift" panose="020B0502040204020203" pitchFamily="34" charset="0"/>
              </a:rPr>
              <a:t>DUELING PLAT	</a:t>
            </a:r>
            <a:r>
              <a:rPr lang="id-ID" sz="1600" dirty="0">
                <a:latin typeface="Bahnschrift" panose="020B0502040204020203" pitchFamily="34" charset="0"/>
              </a:rPr>
              <a:t>		: </a:t>
            </a:r>
            <a:r>
              <a:rPr lang="en-US" sz="1600" dirty="0">
                <a:latin typeface="Bahnschrift" panose="020B0502040204020203" pitchFamily="34" charset="0"/>
              </a:rPr>
              <a:t>17 s/d 18</a:t>
            </a:r>
            <a:r>
              <a:rPr lang="en-US" dirty="0">
                <a:latin typeface="Bahnschrift" panose="020B0502040204020203" pitchFamily="34" charset="0"/>
              </a:rPr>
              <a:t> </a:t>
            </a:r>
            <a:r>
              <a:rPr lang="id-ID" sz="1600" dirty="0">
                <a:latin typeface="Bahnschrift" panose="020B0502040204020203" pitchFamily="34" charset="0"/>
              </a:rPr>
              <a:t>OKTOBER 2026</a:t>
            </a:r>
            <a:r>
              <a:rPr lang="id-ID" dirty="0">
                <a:latin typeface="Bahnschrift" panose="020B0502040204020203" pitchFamily="34" charset="0"/>
              </a:rPr>
              <a:t> </a:t>
            </a:r>
            <a:endParaRPr lang="id-ID" sz="1600" dirty="0">
              <a:latin typeface="Bahnschrift" panose="020B0502040204020203" pitchFamily="34" charset="0"/>
            </a:endParaRPr>
          </a:p>
          <a:p>
            <a:pPr lvl="1"/>
            <a:endParaRPr lang="id-ID" sz="1600" dirty="0">
              <a:latin typeface="Bahnschrift" panose="020B0502040204020203" pitchFamily="34" charset="0"/>
            </a:endParaRPr>
          </a:p>
          <a:p>
            <a:pPr marL="457200" lvl="1" indent="0">
              <a:buNone/>
            </a:pPr>
            <a:endParaRPr lang="id-ID" sz="1600" dirty="0"/>
          </a:p>
          <a:p>
            <a:pPr>
              <a:buFont typeface="Wingdings" panose="05000000000000000000" pitchFamily="2" charset="2"/>
              <a:buChar char="Ø"/>
            </a:pPr>
            <a:endParaRPr lang="id-ID" sz="1800" dirty="0"/>
          </a:p>
          <a:p>
            <a:pPr marL="457200" lvl="1" indent="0">
              <a:buNone/>
            </a:pPr>
            <a:endParaRPr lang="id-ID" sz="2000" dirty="0">
              <a:latin typeface="Bahnschrift" panose="020B0502040204020203" pitchFamily="34" charset="0"/>
            </a:endParaRPr>
          </a:p>
        </p:txBody>
      </p:sp>
      <p:sp>
        <p:nvSpPr>
          <p:cNvPr id="4" name="Title 1">
            <a:extLst>
              <a:ext uri="{FF2B5EF4-FFF2-40B4-BE49-F238E27FC236}">
                <a16:creationId xmlns:a16="http://schemas.microsoft.com/office/drawing/2014/main" id="{2EB3BB1B-297A-460F-B01A-7FC06C026CA1}"/>
              </a:ext>
            </a:extLst>
          </p:cNvPr>
          <p:cNvSpPr>
            <a:spLocks noGrp="1"/>
          </p:cNvSpPr>
          <p:nvPr>
            <p:ph type="title"/>
          </p:nvPr>
        </p:nvSpPr>
        <p:spPr>
          <a:xfrm>
            <a:off x="1069848" y="484632"/>
            <a:ext cx="10058400" cy="1609344"/>
          </a:xfrm>
        </p:spPr>
        <p:txBody>
          <a:bodyPr/>
          <a:lstStyle/>
          <a:p>
            <a:r>
              <a:rPr lang="en-US" b="1" dirty="0"/>
              <a:t>JADWAL PERTANDINGAN</a:t>
            </a:r>
            <a:endParaRPr lang="en-ID" b="1" dirty="0"/>
          </a:p>
        </p:txBody>
      </p:sp>
      <p:pic>
        <p:nvPicPr>
          <p:cNvPr id="5" name="Picture 4">
            <a:extLst>
              <a:ext uri="{FF2B5EF4-FFF2-40B4-BE49-F238E27FC236}">
                <a16:creationId xmlns:a16="http://schemas.microsoft.com/office/drawing/2014/main" id="{EC2316C7-7D15-480F-8DCF-844ED31042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33727" y="268941"/>
            <a:ext cx="857345" cy="764928"/>
          </a:xfrm>
          <a:prstGeom prst="rect">
            <a:avLst/>
          </a:prstGeom>
        </p:spPr>
      </p:pic>
    </p:spTree>
    <p:extLst>
      <p:ext uri="{BB962C8B-B14F-4D97-AF65-F5344CB8AC3E}">
        <p14:creationId xmlns:p14="http://schemas.microsoft.com/office/powerpoint/2010/main" val="10675210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28859D2-B26C-423B-8720-B497F8E54B2F}"/>
              </a:ext>
            </a:extLst>
          </p:cNvPr>
          <p:cNvSpPr>
            <a:spLocks noGrp="1"/>
          </p:cNvSpPr>
          <p:nvPr>
            <p:ph type="title"/>
          </p:nvPr>
        </p:nvSpPr>
        <p:spPr>
          <a:xfrm>
            <a:off x="838200" y="365125"/>
            <a:ext cx="10515599" cy="1508499"/>
          </a:xfrm>
        </p:spPr>
        <p:txBody>
          <a:bodyPr>
            <a:normAutofit/>
          </a:bodyPr>
          <a:lstStyle/>
          <a:p>
            <a:r>
              <a:rPr lang="id-ID" b="1" i="1" dirty="0">
                <a:latin typeface="Bahnschrift" panose="020B0502040204020203" pitchFamily="34" charset="0"/>
              </a:rPr>
              <a:t>CONTACT PERSON</a:t>
            </a:r>
          </a:p>
        </p:txBody>
      </p:sp>
      <p:sp>
        <p:nvSpPr>
          <p:cNvPr id="3" name="Content Placeholder 2">
            <a:extLst>
              <a:ext uri="{FF2B5EF4-FFF2-40B4-BE49-F238E27FC236}">
                <a16:creationId xmlns:a16="http://schemas.microsoft.com/office/drawing/2014/main" id="{E700DCF2-6B6E-4F70-B077-EE6FC1A35D3A}"/>
              </a:ext>
            </a:extLst>
          </p:cNvPr>
          <p:cNvSpPr>
            <a:spLocks noGrp="1"/>
          </p:cNvSpPr>
          <p:nvPr>
            <p:ph idx="1"/>
          </p:nvPr>
        </p:nvSpPr>
        <p:spPr>
          <a:xfrm>
            <a:off x="838200" y="2366681"/>
            <a:ext cx="10515600" cy="3810281"/>
          </a:xfrm>
        </p:spPr>
        <p:txBody>
          <a:bodyPr>
            <a:normAutofit/>
          </a:bodyPr>
          <a:lstStyle/>
          <a:p>
            <a:pPr marL="0" indent="0">
              <a:buNone/>
            </a:pPr>
            <a:r>
              <a:rPr lang="id-ID" sz="1600" b="1" dirty="0">
                <a:latin typeface="Bahnschrift" panose="020B0502040204020203" pitchFamily="34" charset="0"/>
              </a:rPr>
              <a:t>MATERI</a:t>
            </a:r>
          </a:p>
          <a:p>
            <a:pPr lvl="1">
              <a:buFont typeface="Wingdings" panose="05000000000000000000" pitchFamily="2" charset="2"/>
              <a:buChar char="Ø"/>
            </a:pPr>
            <a:r>
              <a:rPr lang="id-ID" sz="1600" dirty="0">
                <a:latin typeface="Bahnschrift" panose="020B0502040204020203" pitchFamily="34" charset="0"/>
              </a:rPr>
              <a:t>NAMA</a:t>
            </a:r>
            <a:r>
              <a:rPr lang="en-GB" sz="1600" dirty="0">
                <a:latin typeface="Bahnschrift" panose="020B0502040204020203" pitchFamily="34" charset="0"/>
              </a:rPr>
              <a:t>			: BRIPTU ADY</a:t>
            </a:r>
            <a:endParaRPr lang="id-ID" sz="1600" dirty="0">
              <a:latin typeface="Bahnschrift" panose="020B0502040204020203" pitchFamily="34" charset="0"/>
            </a:endParaRPr>
          </a:p>
          <a:p>
            <a:pPr marL="457200" lvl="1" indent="0">
              <a:buNone/>
            </a:pPr>
            <a:r>
              <a:rPr lang="id-ID" sz="1600" dirty="0">
                <a:latin typeface="Bahnschrift" panose="020B0502040204020203" pitchFamily="34" charset="0"/>
              </a:rPr>
              <a:t>    </a:t>
            </a:r>
            <a:r>
              <a:rPr lang="en-US" sz="1600" dirty="0">
                <a:latin typeface="Bahnschrift" panose="020B0502040204020203" pitchFamily="34" charset="0"/>
              </a:rPr>
              <a:t> </a:t>
            </a:r>
            <a:r>
              <a:rPr lang="id-ID" sz="1600" dirty="0">
                <a:latin typeface="Bahnschrift" panose="020B0502040204020203" pitchFamily="34" charset="0"/>
              </a:rPr>
              <a:t>NO HP</a:t>
            </a:r>
            <a:r>
              <a:rPr lang="en-GB" sz="1600" dirty="0">
                <a:latin typeface="Bahnschrift" panose="020B0502040204020203" pitchFamily="34" charset="0"/>
              </a:rPr>
              <a:t>			: 0852-8352-5761</a:t>
            </a:r>
            <a:endParaRPr lang="id-ID" sz="1600" dirty="0">
              <a:latin typeface="Bahnschrift" panose="020B0502040204020203" pitchFamily="34" charset="0"/>
            </a:endParaRPr>
          </a:p>
          <a:p>
            <a:pPr lvl="1">
              <a:buFont typeface="Wingdings" panose="05000000000000000000" pitchFamily="2" charset="2"/>
              <a:buChar char="Ø"/>
            </a:pPr>
            <a:r>
              <a:rPr lang="id-ID" sz="1600" dirty="0">
                <a:latin typeface="Bahnschrift" panose="020B0502040204020203" pitchFamily="34" charset="0"/>
              </a:rPr>
              <a:t>NAMA			: BRIPTU HUGES YUSTISIO</a:t>
            </a:r>
          </a:p>
          <a:p>
            <a:pPr marL="457200" lvl="1" indent="0">
              <a:buNone/>
            </a:pPr>
            <a:r>
              <a:rPr lang="id-ID" sz="1600" dirty="0">
                <a:latin typeface="Bahnschrift" panose="020B0502040204020203" pitchFamily="34" charset="0"/>
              </a:rPr>
              <a:t>    </a:t>
            </a:r>
            <a:r>
              <a:rPr lang="en-US" sz="1600" dirty="0">
                <a:latin typeface="Bahnschrift" panose="020B0502040204020203" pitchFamily="34" charset="0"/>
              </a:rPr>
              <a:t> </a:t>
            </a:r>
            <a:r>
              <a:rPr lang="id-ID" sz="1600" dirty="0">
                <a:latin typeface="Bahnschrift" panose="020B0502040204020203" pitchFamily="34" charset="0"/>
              </a:rPr>
              <a:t>NO HP			: 0852-7237-7704</a:t>
            </a:r>
            <a:endParaRPr lang="en-US" sz="1600" dirty="0">
              <a:latin typeface="Bahnschrift" panose="020B0502040204020203" pitchFamily="34" charset="0"/>
            </a:endParaRPr>
          </a:p>
          <a:p>
            <a:pPr marL="457200" lvl="1" indent="0">
              <a:buNone/>
            </a:pPr>
            <a:endParaRPr lang="id-ID" sz="1600" dirty="0">
              <a:latin typeface="Bahnschrift" panose="020B0502040204020203" pitchFamily="34" charset="0"/>
            </a:endParaRPr>
          </a:p>
          <a:p>
            <a:pPr marL="0" indent="0">
              <a:buNone/>
            </a:pPr>
            <a:r>
              <a:rPr lang="id-ID" sz="1600" b="1" dirty="0">
                <a:latin typeface="Bahnschrift" panose="020B0502040204020203" pitchFamily="34" charset="0"/>
              </a:rPr>
              <a:t>PENDAFTARAN</a:t>
            </a:r>
          </a:p>
          <a:p>
            <a:pPr lvl="1">
              <a:buFont typeface="Wingdings" panose="05000000000000000000" pitchFamily="2" charset="2"/>
              <a:buChar char="Ø"/>
            </a:pPr>
            <a:r>
              <a:rPr lang="id-ID" sz="1600" dirty="0">
                <a:latin typeface="Bahnschrift" panose="020B0502040204020203" pitchFamily="34" charset="0"/>
              </a:rPr>
              <a:t>NAMA</a:t>
            </a:r>
            <a:r>
              <a:rPr lang="en-GB" sz="1600" dirty="0">
                <a:latin typeface="Bahnschrift" panose="020B0502040204020203" pitchFamily="34" charset="0"/>
              </a:rPr>
              <a:t>			: BRIPTU RULLY</a:t>
            </a:r>
            <a:endParaRPr lang="id-ID" sz="1600" dirty="0">
              <a:latin typeface="Bahnschrift" panose="020B0502040204020203" pitchFamily="34" charset="0"/>
            </a:endParaRPr>
          </a:p>
          <a:p>
            <a:pPr marL="457200" lvl="1" indent="0">
              <a:buNone/>
            </a:pPr>
            <a:r>
              <a:rPr lang="id-ID" sz="1600" dirty="0">
                <a:latin typeface="Bahnschrift" panose="020B0502040204020203" pitchFamily="34" charset="0"/>
              </a:rPr>
              <a:t>    </a:t>
            </a:r>
            <a:r>
              <a:rPr lang="en-US" sz="1600" dirty="0">
                <a:latin typeface="Bahnschrift" panose="020B0502040204020203" pitchFamily="34" charset="0"/>
              </a:rPr>
              <a:t> </a:t>
            </a:r>
            <a:r>
              <a:rPr lang="id-ID" sz="1600" dirty="0">
                <a:latin typeface="Bahnschrift" panose="020B0502040204020203" pitchFamily="34" charset="0"/>
              </a:rPr>
              <a:t>NO HP</a:t>
            </a:r>
            <a:r>
              <a:rPr lang="en-GB" sz="1600" dirty="0">
                <a:latin typeface="Bahnschrift" panose="020B0502040204020203" pitchFamily="34" charset="0"/>
              </a:rPr>
              <a:t>			: 0857-7501-5786</a:t>
            </a:r>
            <a:endParaRPr lang="id-ID" sz="1600" dirty="0">
              <a:latin typeface="Bahnschrift" panose="020B0502040204020203" pitchFamily="34" charset="0"/>
            </a:endParaRPr>
          </a:p>
          <a:p>
            <a:pPr lvl="1">
              <a:buFont typeface="Wingdings" panose="05000000000000000000" pitchFamily="2" charset="2"/>
              <a:buChar char="Ø"/>
            </a:pPr>
            <a:r>
              <a:rPr lang="id-ID" sz="1600" dirty="0">
                <a:latin typeface="Bahnschrift" panose="020B0502040204020203" pitchFamily="34" charset="0"/>
              </a:rPr>
              <a:t>NAMA</a:t>
            </a:r>
            <a:r>
              <a:rPr lang="en-GB" sz="1600" dirty="0">
                <a:latin typeface="Bahnschrift" panose="020B0502040204020203" pitchFamily="34" charset="0"/>
              </a:rPr>
              <a:t>			: BRIPTU</a:t>
            </a:r>
            <a:r>
              <a:rPr lang="id-ID" sz="1600" dirty="0">
                <a:latin typeface="Bahnschrift" panose="020B0502040204020203" pitchFamily="34" charset="0"/>
              </a:rPr>
              <a:t> ZYALDI</a:t>
            </a:r>
          </a:p>
          <a:p>
            <a:pPr marL="457200" lvl="1" indent="0">
              <a:buNone/>
            </a:pPr>
            <a:r>
              <a:rPr lang="id-ID" sz="1600" dirty="0">
                <a:latin typeface="Bahnschrift" panose="020B0502040204020203" pitchFamily="34" charset="0"/>
              </a:rPr>
              <a:t> </a:t>
            </a:r>
            <a:r>
              <a:rPr lang="en-US" sz="1600" dirty="0">
                <a:latin typeface="Bahnschrift" panose="020B0502040204020203" pitchFamily="34" charset="0"/>
              </a:rPr>
              <a:t> </a:t>
            </a:r>
            <a:r>
              <a:rPr lang="id-ID" sz="1600" dirty="0">
                <a:latin typeface="Bahnschrift" panose="020B0502040204020203" pitchFamily="34" charset="0"/>
              </a:rPr>
              <a:t>   NO HP</a:t>
            </a:r>
            <a:r>
              <a:rPr lang="en-GB" sz="1600" dirty="0">
                <a:latin typeface="Bahnschrift" panose="020B0502040204020203" pitchFamily="34" charset="0"/>
              </a:rPr>
              <a:t>			: 0821-</a:t>
            </a:r>
            <a:r>
              <a:rPr lang="id-ID" sz="1600" dirty="0">
                <a:latin typeface="Bahnschrift" panose="020B0502040204020203" pitchFamily="34" charset="0"/>
              </a:rPr>
              <a:t>3465</a:t>
            </a:r>
            <a:r>
              <a:rPr lang="en-GB" sz="1600" dirty="0">
                <a:latin typeface="Bahnschrift" panose="020B0502040204020203" pitchFamily="34" charset="0"/>
              </a:rPr>
              <a:t>-</a:t>
            </a:r>
            <a:r>
              <a:rPr lang="id-ID" dirty="0">
                <a:latin typeface="Bahnschrift" panose="020B0502040204020203" pitchFamily="34" charset="0"/>
              </a:rPr>
              <a:t>1503</a:t>
            </a:r>
            <a:endParaRPr lang="id-ID" sz="1600" dirty="0">
              <a:latin typeface="Bahnschrift" panose="020B0502040204020203" pitchFamily="34" charset="0"/>
            </a:endParaRPr>
          </a:p>
        </p:txBody>
      </p:sp>
      <p:pic>
        <p:nvPicPr>
          <p:cNvPr id="4" name="Picture 3">
            <a:extLst>
              <a:ext uri="{FF2B5EF4-FFF2-40B4-BE49-F238E27FC236}">
                <a16:creationId xmlns:a16="http://schemas.microsoft.com/office/drawing/2014/main" id="{B8288CFD-AF5D-4471-8F14-64AFB5C4C5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33727" y="268941"/>
            <a:ext cx="857345" cy="764928"/>
          </a:xfrm>
          <a:prstGeom prst="rect">
            <a:avLst/>
          </a:prstGeom>
        </p:spPr>
      </p:pic>
    </p:spTree>
    <p:extLst>
      <p:ext uri="{BB962C8B-B14F-4D97-AF65-F5344CB8AC3E}">
        <p14:creationId xmlns:p14="http://schemas.microsoft.com/office/powerpoint/2010/main" val="22641413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0716617-E1D3-41A3-82DC-6FC07B89602E}"/>
              </a:ext>
            </a:extLst>
          </p:cNvPr>
          <p:cNvSpPr>
            <a:spLocks noGrp="1"/>
          </p:cNvSpPr>
          <p:nvPr>
            <p:ph type="title"/>
          </p:nvPr>
        </p:nvSpPr>
        <p:spPr>
          <a:xfrm>
            <a:off x="838200" y="365125"/>
            <a:ext cx="10515599" cy="1508499"/>
          </a:xfrm>
        </p:spPr>
        <p:txBody>
          <a:bodyPr>
            <a:normAutofit/>
          </a:bodyPr>
          <a:lstStyle/>
          <a:p>
            <a:r>
              <a:rPr lang="id-ID" b="1" dirty="0">
                <a:latin typeface="Bahnschrift" panose="020B0502040204020203" pitchFamily="34" charset="0"/>
              </a:rPr>
              <a:t>ATURAN PERTANDINGAN</a:t>
            </a:r>
          </a:p>
        </p:txBody>
      </p:sp>
      <p:sp>
        <p:nvSpPr>
          <p:cNvPr id="3" name="Content Placeholder 2">
            <a:extLst>
              <a:ext uri="{FF2B5EF4-FFF2-40B4-BE49-F238E27FC236}">
                <a16:creationId xmlns:a16="http://schemas.microsoft.com/office/drawing/2014/main" id="{5224A248-8192-4E5C-8589-414CDCCAD455}"/>
              </a:ext>
            </a:extLst>
          </p:cNvPr>
          <p:cNvSpPr>
            <a:spLocks noGrp="1"/>
          </p:cNvSpPr>
          <p:nvPr>
            <p:ph idx="1"/>
          </p:nvPr>
        </p:nvSpPr>
        <p:spPr>
          <a:xfrm>
            <a:off x="838201" y="1861336"/>
            <a:ext cx="9533626" cy="3848100"/>
          </a:xfrm>
        </p:spPr>
        <p:txBody>
          <a:bodyPr>
            <a:normAutofit/>
          </a:bodyPr>
          <a:lstStyle/>
          <a:p>
            <a:pPr marL="0" indent="0">
              <a:lnSpc>
                <a:spcPct val="100000"/>
              </a:lnSpc>
              <a:spcBef>
                <a:spcPts val="1775"/>
              </a:spcBef>
              <a:buNone/>
            </a:pPr>
            <a:r>
              <a:rPr lang="en-ID" sz="2000" b="1" u="sng" spc="-10" dirty="0">
                <a:uFill>
                  <a:solidFill>
                    <a:srgbClr val="000000"/>
                  </a:solidFill>
                </a:uFill>
                <a:latin typeface="Bahnschrift" panose="020B0502040204020203" pitchFamily="34" charset="0"/>
                <a:cs typeface="Arial"/>
              </a:rPr>
              <a:t>PERLENGKAPAN</a:t>
            </a:r>
            <a:endParaRPr lang="en-ID" sz="2000" b="1" dirty="0">
              <a:latin typeface="Bahnschrift" panose="020B0502040204020203" pitchFamily="34" charset="0"/>
              <a:cs typeface="Arial"/>
            </a:endParaRPr>
          </a:p>
          <a:p>
            <a:pPr marL="527685" indent="-514984">
              <a:lnSpc>
                <a:spcPct val="100000"/>
              </a:lnSpc>
              <a:spcBef>
                <a:spcPts val="1680"/>
              </a:spcBef>
              <a:buFont typeface="Wingdings" panose="05000000000000000000" pitchFamily="2" charset="2"/>
              <a:buChar char="Ø"/>
              <a:tabLst>
                <a:tab pos="527685" algn="l"/>
              </a:tabLst>
            </a:pPr>
            <a:r>
              <a:rPr lang="en-ID" sz="1600" dirty="0">
                <a:latin typeface="Bahnschrift" panose="020B0502040204020203" pitchFamily="34" charset="0"/>
                <a:cs typeface="Arial"/>
              </a:rPr>
              <a:t>WAJIB</a:t>
            </a:r>
            <a:r>
              <a:rPr lang="en-ID" sz="1600" spc="-80" dirty="0">
                <a:latin typeface="Bahnschrift" panose="020B0502040204020203" pitchFamily="34" charset="0"/>
                <a:cs typeface="Arial"/>
              </a:rPr>
              <a:t> </a:t>
            </a:r>
            <a:r>
              <a:rPr lang="en-ID" sz="1600" dirty="0">
                <a:latin typeface="Bahnschrift" panose="020B0502040204020203" pitchFamily="34" charset="0"/>
                <a:cs typeface="Arial"/>
              </a:rPr>
              <a:t>MENGGUNAKAN</a:t>
            </a:r>
            <a:r>
              <a:rPr lang="en-ID" sz="1600" spc="-50" dirty="0">
                <a:latin typeface="Bahnschrift" panose="020B0502040204020203" pitchFamily="34" charset="0"/>
                <a:cs typeface="Arial"/>
              </a:rPr>
              <a:t> </a:t>
            </a:r>
            <a:r>
              <a:rPr lang="en-ID" sz="1600" dirty="0">
                <a:latin typeface="Bahnschrift" panose="020B0502040204020203" pitchFamily="34" charset="0"/>
                <a:cs typeface="Arial"/>
              </a:rPr>
              <a:t>KACA</a:t>
            </a:r>
            <a:r>
              <a:rPr lang="en-ID" sz="1600" spc="-40" dirty="0">
                <a:latin typeface="Bahnschrift" panose="020B0502040204020203" pitchFamily="34" charset="0"/>
                <a:cs typeface="Arial"/>
              </a:rPr>
              <a:t> </a:t>
            </a:r>
            <a:r>
              <a:rPr lang="en-ID" sz="1600" dirty="0">
                <a:latin typeface="Bahnschrift" panose="020B0502040204020203" pitchFamily="34" charset="0"/>
                <a:cs typeface="Arial"/>
              </a:rPr>
              <a:t>MATA</a:t>
            </a:r>
          </a:p>
          <a:p>
            <a:pPr marL="527685" indent="-514984">
              <a:lnSpc>
                <a:spcPct val="100000"/>
              </a:lnSpc>
              <a:spcBef>
                <a:spcPts val="1680"/>
              </a:spcBef>
              <a:buFont typeface="Wingdings" panose="05000000000000000000" pitchFamily="2" charset="2"/>
              <a:buChar char="Ø"/>
              <a:tabLst>
                <a:tab pos="527685" algn="l"/>
              </a:tabLst>
            </a:pPr>
            <a:r>
              <a:rPr lang="en-ID" sz="1600" dirty="0">
                <a:latin typeface="Bahnschrift" panose="020B0502040204020203" pitchFamily="34" charset="0"/>
                <a:cs typeface="Arial"/>
              </a:rPr>
              <a:t>WAJIB</a:t>
            </a:r>
            <a:r>
              <a:rPr lang="en-ID" sz="1600" spc="-75" dirty="0">
                <a:latin typeface="Bahnschrift" panose="020B0502040204020203" pitchFamily="34" charset="0"/>
                <a:cs typeface="Arial"/>
              </a:rPr>
              <a:t> </a:t>
            </a:r>
            <a:r>
              <a:rPr lang="en-ID" sz="1600" dirty="0">
                <a:latin typeface="Bahnschrift" panose="020B0502040204020203" pitchFamily="34" charset="0"/>
                <a:cs typeface="Arial"/>
              </a:rPr>
              <a:t>MENGGUNAKAN</a:t>
            </a:r>
            <a:r>
              <a:rPr lang="en-ID" sz="1600" spc="-35" dirty="0">
                <a:latin typeface="Bahnschrift" panose="020B0502040204020203" pitchFamily="34" charset="0"/>
                <a:cs typeface="Arial"/>
              </a:rPr>
              <a:t> </a:t>
            </a:r>
            <a:r>
              <a:rPr lang="en-ID" sz="1600" dirty="0">
                <a:latin typeface="Bahnschrift" panose="020B0502040204020203" pitchFamily="34" charset="0"/>
                <a:cs typeface="Arial"/>
              </a:rPr>
              <a:t>TUTUP</a:t>
            </a:r>
            <a:r>
              <a:rPr lang="en-ID" sz="1600" spc="-65" dirty="0">
                <a:latin typeface="Bahnschrift" panose="020B0502040204020203" pitchFamily="34" charset="0"/>
                <a:cs typeface="Arial"/>
              </a:rPr>
              <a:t> </a:t>
            </a:r>
            <a:r>
              <a:rPr lang="en-ID" sz="1600" dirty="0">
                <a:latin typeface="Bahnschrift" panose="020B0502040204020203" pitchFamily="34" charset="0"/>
                <a:cs typeface="Arial"/>
              </a:rPr>
              <a:t>TELINGA</a:t>
            </a:r>
            <a:r>
              <a:rPr lang="en-ID" sz="1600" spc="-65" dirty="0">
                <a:latin typeface="Bahnschrift" panose="020B0502040204020203" pitchFamily="34" charset="0"/>
                <a:cs typeface="Arial"/>
              </a:rPr>
              <a:t> </a:t>
            </a:r>
            <a:r>
              <a:rPr lang="en-ID" sz="1600" dirty="0">
                <a:latin typeface="Bahnschrift" panose="020B0502040204020203" pitchFamily="34" charset="0"/>
                <a:cs typeface="Arial"/>
              </a:rPr>
              <a:t>(</a:t>
            </a:r>
            <a:r>
              <a:rPr lang="en-ID" sz="1600" i="1" dirty="0">
                <a:latin typeface="Bahnschrift" panose="020B0502040204020203" pitchFamily="34" charset="0"/>
                <a:cs typeface="Arial"/>
              </a:rPr>
              <a:t>EAR</a:t>
            </a:r>
            <a:r>
              <a:rPr lang="en-ID" sz="1600" i="1" spc="-40" dirty="0">
                <a:latin typeface="Bahnschrift" panose="020B0502040204020203" pitchFamily="34" charset="0"/>
                <a:cs typeface="Arial"/>
              </a:rPr>
              <a:t> </a:t>
            </a:r>
            <a:r>
              <a:rPr lang="en-ID" sz="1600" i="1" dirty="0">
                <a:latin typeface="Bahnschrift" panose="020B0502040204020203" pitchFamily="34" charset="0"/>
                <a:cs typeface="Arial"/>
              </a:rPr>
              <a:t>PLUGS/EAR</a:t>
            </a:r>
            <a:r>
              <a:rPr lang="en-ID" sz="1600" i="1" spc="-60" dirty="0">
                <a:latin typeface="Bahnschrift" panose="020B0502040204020203" pitchFamily="34" charset="0"/>
                <a:cs typeface="Arial"/>
              </a:rPr>
              <a:t> </a:t>
            </a:r>
            <a:r>
              <a:rPr lang="en-ID" sz="1600" i="1" dirty="0">
                <a:latin typeface="Bahnschrift" panose="020B0502040204020203" pitchFamily="34" charset="0"/>
                <a:cs typeface="Arial"/>
              </a:rPr>
              <a:t>MUFF),</a:t>
            </a:r>
            <a:r>
              <a:rPr lang="en-ID" sz="1600" i="1" spc="-45" dirty="0">
                <a:latin typeface="Bahnschrift" panose="020B0502040204020203" pitchFamily="34" charset="0"/>
                <a:cs typeface="Arial"/>
              </a:rPr>
              <a:t> </a:t>
            </a:r>
            <a:r>
              <a:rPr lang="en-ID" sz="1600" dirty="0">
                <a:latin typeface="Bahnschrift" panose="020B0502040204020203" pitchFamily="34" charset="0"/>
                <a:cs typeface="Arial"/>
              </a:rPr>
              <a:t>YANG</a:t>
            </a:r>
            <a:r>
              <a:rPr lang="en-ID" sz="1600" spc="-25" dirty="0">
                <a:latin typeface="Bahnschrift" panose="020B0502040204020203" pitchFamily="34" charset="0"/>
                <a:cs typeface="Arial"/>
              </a:rPr>
              <a:t> </a:t>
            </a:r>
            <a:r>
              <a:rPr lang="en-ID" sz="1600" spc="-10" dirty="0">
                <a:latin typeface="Bahnschrift" panose="020B0502040204020203" pitchFamily="34" charset="0"/>
                <a:cs typeface="Arial"/>
              </a:rPr>
              <a:t>DIBAWA </a:t>
            </a:r>
            <a:r>
              <a:rPr lang="en-ID" sz="1600" dirty="0">
                <a:latin typeface="Bahnschrift" panose="020B0502040204020203" pitchFamily="34" charset="0"/>
                <a:cs typeface="Arial"/>
              </a:rPr>
              <a:t>SENDIRI</a:t>
            </a:r>
            <a:r>
              <a:rPr lang="en-ID" sz="1600" spc="-45" dirty="0">
                <a:latin typeface="Bahnschrift" panose="020B0502040204020203" pitchFamily="34" charset="0"/>
                <a:cs typeface="Arial"/>
              </a:rPr>
              <a:t> </a:t>
            </a:r>
            <a:r>
              <a:rPr lang="en-ID" sz="1600" dirty="0">
                <a:latin typeface="Bahnschrift" panose="020B0502040204020203" pitchFamily="34" charset="0"/>
                <a:cs typeface="Arial"/>
              </a:rPr>
              <a:t>OLEH</a:t>
            </a:r>
            <a:r>
              <a:rPr lang="en-ID" sz="1600" spc="-50" dirty="0">
                <a:latin typeface="Bahnschrift" panose="020B0502040204020203" pitchFamily="34" charset="0"/>
                <a:cs typeface="Arial"/>
              </a:rPr>
              <a:t> </a:t>
            </a:r>
            <a:r>
              <a:rPr lang="en-ID" sz="1600" dirty="0">
                <a:latin typeface="Bahnschrift" panose="020B0502040204020203" pitchFamily="34" charset="0"/>
                <a:cs typeface="Arial"/>
              </a:rPr>
              <a:t>PESERTA</a:t>
            </a:r>
            <a:r>
              <a:rPr lang="en-ID" sz="1600" spc="-30" dirty="0">
                <a:latin typeface="Bahnschrift" panose="020B0502040204020203" pitchFamily="34" charset="0"/>
                <a:cs typeface="Arial"/>
              </a:rPr>
              <a:t> .</a:t>
            </a:r>
          </a:p>
          <a:p>
            <a:pPr marL="527685" indent="-514984">
              <a:lnSpc>
                <a:spcPct val="100000"/>
              </a:lnSpc>
              <a:spcBef>
                <a:spcPts val="2160"/>
              </a:spcBef>
              <a:buFont typeface="Wingdings" panose="05000000000000000000" pitchFamily="2" charset="2"/>
              <a:buChar char="Ø"/>
              <a:tabLst>
                <a:tab pos="527685" algn="l"/>
              </a:tabLst>
            </a:pPr>
            <a:r>
              <a:rPr lang="en-ID" sz="1600" spc="-30" dirty="0">
                <a:latin typeface="Bahnschrift" panose="020B0502040204020203" pitchFamily="34" charset="0"/>
                <a:cs typeface="Arial"/>
              </a:rPr>
              <a:t>WAJIB </a:t>
            </a:r>
            <a:r>
              <a:rPr lang="en-ID" sz="1600" dirty="0">
                <a:latin typeface="Bahnschrift" panose="020B0502040204020203" pitchFamily="34" charset="0"/>
                <a:cs typeface="Arial"/>
              </a:rPr>
              <a:t>MENGGUNAKAN</a:t>
            </a:r>
            <a:r>
              <a:rPr lang="en-ID" sz="1600" spc="-15" dirty="0">
                <a:latin typeface="Bahnschrift" panose="020B0502040204020203" pitchFamily="34" charset="0"/>
                <a:cs typeface="Arial"/>
              </a:rPr>
              <a:t> </a:t>
            </a:r>
            <a:r>
              <a:rPr lang="en-ID" sz="1600" b="1" i="1" dirty="0">
                <a:latin typeface="Bahnschrift" panose="020B0502040204020203" pitchFamily="34" charset="0"/>
                <a:cs typeface="Arial"/>
              </a:rPr>
              <a:t>BELT</a:t>
            </a:r>
            <a:r>
              <a:rPr lang="en-ID" sz="1600" b="1" i="1" spc="-20" dirty="0">
                <a:latin typeface="Bahnschrift" panose="020B0502040204020203" pitchFamily="34" charset="0"/>
                <a:cs typeface="Arial"/>
              </a:rPr>
              <a:t> </a:t>
            </a:r>
            <a:r>
              <a:rPr lang="en-ID" sz="1600" i="1" spc="-20" dirty="0">
                <a:latin typeface="Bahnschrift" panose="020B0502040204020203" pitchFamily="34" charset="0"/>
                <a:cs typeface="Arial"/>
              </a:rPr>
              <a:t> </a:t>
            </a:r>
            <a:r>
              <a:rPr lang="en-ID" sz="1600" dirty="0">
                <a:latin typeface="Bahnschrift" panose="020B0502040204020203" pitchFamily="34" charset="0"/>
                <a:cs typeface="Arial"/>
              </a:rPr>
              <a:t>DAN</a:t>
            </a:r>
            <a:r>
              <a:rPr lang="en-ID" sz="1600" spc="-20" dirty="0">
                <a:latin typeface="Bahnschrift" panose="020B0502040204020203" pitchFamily="34" charset="0"/>
                <a:cs typeface="Arial"/>
              </a:rPr>
              <a:t> </a:t>
            </a:r>
            <a:r>
              <a:rPr lang="en-ID" sz="1600" b="1" i="1" spc="-10" dirty="0">
                <a:latin typeface="Bahnschrift" panose="020B0502040204020203" pitchFamily="34" charset="0"/>
                <a:cs typeface="Arial"/>
              </a:rPr>
              <a:t>HOLSTER.</a:t>
            </a:r>
          </a:p>
          <a:p>
            <a:pPr marL="527685" indent="-514984">
              <a:lnSpc>
                <a:spcPct val="100000"/>
              </a:lnSpc>
              <a:spcBef>
                <a:spcPts val="2160"/>
              </a:spcBef>
              <a:buFont typeface="Wingdings" panose="05000000000000000000" pitchFamily="2" charset="2"/>
              <a:buChar char="Ø"/>
              <a:tabLst>
                <a:tab pos="527685" algn="l"/>
              </a:tabLst>
            </a:pPr>
            <a:endParaRPr lang="en-ID" sz="1600" i="1" spc="-10" dirty="0">
              <a:latin typeface="Bahnschrift" panose="020B0502040204020203" pitchFamily="34" charset="0"/>
              <a:cs typeface="Arial"/>
            </a:endParaRPr>
          </a:p>
          <a:p>
            <a:pPr marL="0" indent="0">
              <a:lnSpc>
                <a:spcPct val="100000"/>
              </a:lnSpc>
              <a:spcBef>
                <a:spcPts val="100"/>
              </a:spcBef>
              <a:buNone/>
            </a:pPr>
            <a:r>
              <a:rPr lang="en-ID" sz="2000" b="1" u="sng" spc="-10" dirty="0">
                <a:uFill>
                  <a:solidFill>
                    <a:srgbClr val="000000"/>
                  </a:solidFill>
                </a:uFill>
                <a:latin typeface="Bahnschrift" panose="020B0502040204020203" pitchFamily="34" charset="0"/>
                <a:cs typeface="Arial"/>
              </a:rPr>
              <a:t>PAKAIAN</a:t>
            </a:r>
            <a:endParaRPr lang="en-ID" sz="2000" b="1" dirty="0">
              <a:latin typeface="Bahnschrift" panose="020B0502040204020203" pitchFamily="34" charset="0"/>
              <a:cs typeface="Arial"/>
            </a:endParaRPr>
          </a:p>
          <a:p>
            <a:pPr marL="467995" indent="-455295">
              <a:lnSpc>
                <a:spcPct val="100000"/>
              </a:lnSpc>
              <a:spcBef>
                <a:spcPts val="1920"/>
              </a:spcBef>
              <a:buFont typeface="Wingdings" panose="05000000000000000000" pitchFamily="2" charset="2"/>
              <a:buChar char="Ø"/>
              <a:tabLst>
                <a:tab pos="467995" algn="l"/>
              </a:tabLst>
            </a:pPr>
            <a:r>
              <a:rPr lang="en-ID" sz="1600" dirty="0">
                <a:latin typeface="Bahnschrift" panose="020B0502040204020203" pitchFamily="34" charset="0"/>
                <a:cs typeface="Arial"/>
              </a:rPr>
              <a:t>PAKAIAN</a:t>
            </a:r>
            <a:r>
              <a:rPr lang="en-ID" sz="1600" spc="525" dirty="0">
                <a:latin typeface="Bahnschrift" panose="020B0502040204020203" pitchFamily="34" charset="0"/>
                <a:cs typeface="Arial"/>
              </a:rPr>
              <a:t> </a:t>
            </a:r>
            <a:r>
              <a:rPr lang="en-ID" sz="1600" dirty="0">
                <a:latin typeface="Bahnschrift" panose="020B0502040204020203" pitchFamily="34" charset="0"/>
                <a:cs typeface="Arial"/>
              </a:rPr>
              <a:t>YANG</a:t>
            </a:r>
            <a:r>
              <a:rPr lang="id-ID" sz="1600" spc="515" dirty="0">
                <a:latin typeface="Bahnschrift" panose="020B0502040204020203" pitchFamily="34" charset="0"/>
                <a:cs typeface="Arial"/>
              </a:rPr>
              <a:t> </a:t>
            </a:r>
            <a:r>
              <a:rPr lang="en-ID" sz="1600" dirty="0">
                <a:latin typeface="Bahnschrift" panose="020B0502040204020203" pitchFamily="34" charset="0"/>
                <a:cs typeface="Arial"/>
              </a:rPr>
              <a:t>DIGUNAKAN</a:t>
            </a:r>
            <a:r>
              <a:rPr lang="en-ID" sz="1600" spc="509" dirty="0">
                <a:latin typeface="Bahnschrift" panose="020B0502040204020203" pitchFamily="34" charset="0"/>
                <a:cs typeface="Arial"/>
              </a:rPr>
              <a:t> </a:t>
            </a:r>
            <a:r>
              <a:rPr lang="en-ID" sz="1600" dirty="0">
                <a:latin typeface="Bahnschrift" panose="020B0502040204020203" pitchFamily="34" charset="0"/>
                <a:cs typeface="Arial"/>
              </a:rPr>
              <a:t>ADALAH PDO ATAU TACTICAL. BERSEPATU.</a:t>
            </a:r>
          </a:p>
          <a:p>
            <a:pPr marL="0" indent="0">
              <a:buNone/>
            </a:pPr>
            <a:endParaRPr lang="en-ID" sz="1600" dirty="0">
              <a:latin typeface="Bahnschrift" panose="020B0502040204020203" pitchFamily="34" charset="0"/>
            </a:endParaRPr>
          </a:p>
          <a:p>
            <a:pPr marL="12701" indent="0">
              <a:lnSpc>
                <a:spcPct val="100000"/>
              </a:lnSpc>
              <a:spcBef>
                <a:spcPts val="2160"/>
              </a:spcBef>
              <a:buNone/>
              <a:tabLst>
                <a:tab pos="527685" algn="l"/>
              </a:tabLst>
            </a:pPr>
            <a:endParaRPr lang="en-ID" sz="1600" dirty="0">
              <a:latin typeface="Bahnschrift" panose="020B0502040204020203" pitchFamily="34" charset="0"/>
              <a:cs typeface="Arial"/>
            </a:endParaRPr>
          </a:p>
          <a:p>
            <a:endParaRPr lang="en-ID" sz="1600" dirty="0">
              <a:latin typeface="Bahnschrift" panose="020B0502040204020203" pitchFamily="34" charset="0"/>
            </a:endParaRPr>
          </a:p>
        </p:txBody>
      </p:sp>
      <p:pic>
        <p:nvPicPr>
          <p:cNvPr id="4" name="Picture 3">
            <a:extLst>
              <a:ext uri="{FF2B5EF4-FFF2-40B4-BE49-F238E27FC236}">
                <a16:creationId xmlns:a16="http://schemas.microsoft.com/office/drawing/2014/main" id="{9C42C923-7237-4BD8-98A7-79B12E37E1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33727" y="268941"/>
            <a:ext cx="857345" cy="764928"/>
          </a:xfrm>
          <a:prstGeom prst="rect">
            <a:avLst/>
          </a:prstGeom>
        </p:spPr>
      </p:pic>
    </p:spTree>
    <p:extLst>
      <p:ext uri="{BB962C8B-B14F-4D97-AF65-F5344CB8AC3E}">
        <p14:creationId xmlns:p14="http://schemas.microsoft.com/office/powerpoint/2010/main" val="11944510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9A4848D-D7C6-43B8-AA36-6D4A8A808FC8}"/>
              </a:ext>
            </a:extLst>
          </p:cNvPr>
          <p:cNvSpPr>
            <a:spLocks noGrp="1"/>
          </p:cNvSpPr>
          <p:nvPr>
            <p:ph type="title"/>
          </p:nvPr>
        </p:nvSpPr>
        <p:spPr>
          <a:xfrm>
            <a:off x="838200" y="365125"/>
            <a:ext cx="10515599" cy="1508499"/>
          </a:xfrm>
        </p:spPr>
        <p:txBody>
          <a:bodyPr>
            <a:normAutofit/>
          </a:bodyPr>
          <a:lstStyle/>
          <a:p>
            <a:r>
              <a:rPr lang="id-ID" b="1" dirty="0">
                <a:latin typeface="Bahnschrift" panose="020B0502040204020203" pitchFamily="34" charset="0"/>
              </a:rPr>
              <a:t>ATURAN PERTANDINGAN</a:t>
            </a:r>
          </a:p>
        </p:txBody>
      </p:sp>
      <p:sp>
        <p:nvSpPr>
          <p:cNvPr id="3" name="Content Placeholder 2">
            <a:extLst>
              <a:ext uri="{FF2B5EF4-FFF2-40B4-BE49-F238E27FC236}">
                <a16:creationId xmlns:a16="http://schemas.microsoft.com/office/drawing/2014/main" id="{712CB250-5F7B-4FDB-ADAE-DE6933D26269}"/>
              </a:ext>
            </a:extLst>
          </p:cNvPr>
          <p:cNvSpPr>
            <a:spLocks noGrp="1"/>
          </p:cNvSpPr>
          <p:nvPr>
            <p:ph idx="1"/>
          </p:nvPr>
        </p:nvSpPr>
        <p:spPr>
          <a:xfrm>
            <a:off x="838200" y="2545976"/>
            <a:ext cx="9004708" cy="1954105"/>
          </a:xfrm>
        </p:spPr>
        <p:txBody>
          <a:bodyPr/>
          <a:lstStyle/>
          <a:p>
            <a:pPr marL="457200" lvl="1" indent="0">
              <a:buNone/>
            </a:pPr>
            <a:r>
              <a:rPr lang="id-ID" sz="2000" b="1" dirty="0">
                <a:latin typeface="Bahnschrift" panose="020B0502040204020203" pitchFamily="34" charset="0"/>
              </a:rPr>
              <a:t>PERSENJATAAN</a:t>
            </a:r>
            <a:endParaRPr lang="en-US" sz="2000" b="1" dirty="0">
              <a:latin typeface="Bahnschrift" panose="020B0502040204020203" pitchFamily="34" charset="0"/>
            </a:endParaRPr>
          </a:p>
          <a:p>
            <a:pPr marL="457200" lvl="1" indent="0">
              <a:buNone/>
            </a:pPr>
            <a:endParaRPr lang="id-ID" sz="2000" b="1" dirty="0">
              <a:latin typeface="Bahnschrift" panose="020B0502040204020203" pitchFamily="34" charset="0"/>
            </a:endParaRPr>
          </a:p>
          <a:p>
            <a:pPr lvl="1">
              <a:buFont typeface="Wingdings" panose="05000000000000000000" pitchFamily="2" charset="2"/>
              <a:buChar char="Ø"/>
            </a:pPr>
            <a:r>
              <a:rPr lang="id-ID" sz="1600" dirty="0">
                <a:latin typeface="Bahnschrift" panose="020B0502040204020203" pitchFamily="34" charset="0"/>
              </a:rPr>
              <a:t> MENGGUNAKAN PISTOL DINAS ORGANIK MASING-MASING SATUAN.</a:t>
            </a:r>
          </a:p>
          <a:p>
            <a:pPr lvl="1">
              <a:buFont typeface="Wingdings" panose="05000000000000000000" pitchFamily="2" charset="2"/>
              <a:buChar char="Ø"/>
            </a:pPr>
            <a:r>
              <a:rPr lang="id-ID" sz="1600" dirty="0">
                <a:latin typeface="Bahnschrift" panose="020B0502040204020203" pitchFamily="34" charset="0"/>
              </a:rPr>
              <a:t> MENGGUNAKAN AMUNISI KALIBER 9 X 19MM.</a:t>
            </a:r>
          </a:p>
          <a:p>
            <a:pPr lvl="1">
              <a:buFont typeface="Wingdings" panose="05000000000000000000" pitchFamily="2" charset="2"/>
              <a:buChar char="Ø"/>
            </a:pPr>
            <a:r>
              <a:rPr lang="id-ID" sz="1600" dirty="0">
                <a:latin typeface="Bahnschrift" panose="020B0502040204020203" pitchFamily="34" charset="0"/>
              </a:rPr>
              <a:t> MENGGUNAKAN ALAT BIDIK STANDAR NON OPTIC ( PISIR PIJERA ) PANJANG LARAS MAKSIMUM 5 INCH.</a:t>
            </a:r>
            <a:endParaRPr lang="id-ID" sz="1800" dirty="0"/>
          </a:p>
          <a:p>
            <a:endParaRPr lang="en-ID" dirty="0"/>
          </a:p>
        </p:txBody>
      </p:sp>
      <p:pic>
        <p:nvPicPr>
          <p:cNvPr id="4" name="Picture 3">
            <a:extLst>
              <a:ext uri="{FF2B5EF4-FFF2-40B4-BE49-F238E27FC236}">
                <a16:creationId xmlns:a16="http://schemas.microsoft.com/office/drawing/2014/main" id="{41CA156D-F0F7-4492-80AA-6B1B8B19AB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33727" y="268941"/>
            <a:ext cx="857345" cy="764928"/>
          </a:xfrm>
          <a:prstGeom prst="rect">
            <a:avLst/>
          </a:prstGeom>
        </p:spPr>
      </p:pic>
    </p:spTree>
    <p:extLst>
      <p:ext uri="{BB962C8B-B14F-4D97-AF65-F5344CB8AC3E}">
        <p14:creationId xmlns:p14="http://schemas.microsoft.com/office/powerpoint/2010/main" val="174929698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860E2D8-A573-4AB9-B90B-5ACC26A02870}"/>
              </a:ext>
            </a:extLst>
          </p:cNvPr>
          <p:cNvSpPr>
            <a:spLocks noGrp="1"/>
          </p:cNvSpPr>
          <p:nvPr>
            <p:ph type="title"/>
          </p:nvPr>
        </p:nvSpPr>
        <p:spPr>
          <a:xfrm>
            <a:off x="838200" y="365125"/>
            <a:ext cx="10515599" cy="1508499"/>
          </a:xfrm>
        </p:spPr>
        <p:txBody>
          <a:bodyPr>
            <a:normAutofit/>
          </a:bodyPr>
          <a:lstStyle/>
          <a:p>
            <a:r>
              <a:rPr lang="id-ID" b="1" dirty="0">
                <a:latin typeface="Bahnschrift" panose="020B0502040204020203" pitchFamily="34" charset="0"/>
              </a:rPr>
              <a:t>ATURAN KEAMANAN</a:t>
            </a:r>
          </a:p>
        </p:txBody>
      </p:sp>
      <p:sp>
        <p:nvSpPr>
          <p:cNvPr id="3" name="Content Placeholder 2">
            <a:extLst>
              <a:ext uri="{FF2B5EF4-FFF2-40B4-BE49-F238E27FC236}">
                <a16:creationId xmlns:a16="http://schemas.microsoft.com/office/drawing/2014/main" id="{423788F6-6AB0-4F7B-8BD6-72E27A9B1328}"/>
              </a:ext>
            </a:extLst>
          </p:cNvPr>
          <p:cNvSpPr>
            <a:spLocks noGrp="1"/>
          </p:cNvSpPr>
          <p:nvPr>
            <p:ph idx="1"/>
          </p:nvPr>
        </p:nvSpPr>
        <p:spPr>
          <a:xfrm>
            <a:off x="838200" y="2357719"/>
            <a:ext cx="10515600" cy="4135156"/>
          </a:xfrm>
        </p:spPr>
        <p:txBody>
          <a:bodyPr>
            <a:noAutofit/>
          </a:bodyPr>
          <a:lstStyle/>
          <a:p>
            <a:pPr>
              <a:buFont typeface="Wingdings" panose="05000000000000000000" pitchFamily="2" charset="2"/>
              <a:buChar char="Ø"/>
            </a:pPr>
            <a:r>
              <a:rPr lang="id-ID" sz="1400" dirty="0">
                <a:latin typeface="Bahnschrift" panose="020B0502040204020203" pitchFamily="34" charset="0"/>
              </a:rPr>
              <a:t>PARA PETEMBAK DIWAJIBKAN MENGGUNAKAN PERLENGKAPAN SESUAI KETENTUAN (TUTUP TELINGA DAN VELTOR).</a:t>
            </a:r>
          </a:p>
          <a:p>
            <a:pPr>
              <a:buFont typeface="Wingdings" panose="05000000000000000000" pitchFamily="2" charset="2"/>
              <a:buChar char="Ø"/>
            </a:pPr>
            <a:r>
              <a:rPr lang="id-ID" sz="1400" dirty="0">
                <a:latin typeface="Bahnschrift" panose="020B0502040204020203" pitchFamily="34" charset="0"/>
              </a:rPr>
              <a:t>PARA PETEMBAK DILARANG MENGELUARKAN, MEMBIDIK DITEMPAT UMUM/DILUARGARIS TEMBAK (KECUALI DI SAFETY AREA), SENJATA PISTOL DAPAT DIKELUARKAN DIGARIS TEMBAK ATAS PERINTAH INTRUKSI RANGE OFFICER.</a:t>
            </a:r>
          </a:p>
          <a:p>
            <a:pPr>
              <a:buFont typeface="Wingdings" panose="05000000000000000000" pitchFamily="2" charset="2"/>
              <a:buChar char="Ø"/>
            </a:pPr>
            <a:r>
              <a:rPr lang="id-ID" sz="1400" dirty="0">
                <a:latin typeface="Bahnschrift" panose="020B0502040204020203" pitchFamily="34" charset="0"/>
              </a:rPr>
              <a:t>PETEMBAK WAJIB MENGKOSONGKAN SENJATA SEBELUM DIBAWA KEAREA LOMBA DAN SETELAH SELESAI</a:t>
            </a:r>
            <a:r>
              <a:rPr lang="en-GB" sz="1400" dirty="0">
                <a:latin typeface="Bahnschrift" panose="020B0502040204020203" pitchFamily="34" charset="0"/>
              </a:rPr>
              <a:t> </a:t>
            </a:r>
            <a:r>
              <a:rPr lang="id-ID" sz="1400" dirty="0">
                <a:latin typeface="Bahnschrift" panose="020B0502040204020203" pitchFamily="34" charset="0"/>
              </a:rPr>
              <a:t>MELAKSANAKAN PENEMBAKAN, KEARAH AMAN (SAFETY AREA).</a:t>
            </a:r>
          </a:p>
          <a:p>
            <a:pPr>
              <a:buFont typeface="Wingdings" panose="05000000000000000000" pitchFamily="2" charset="2"/>
              <a:buChar char="Ø"/>
            </a:pPr>
            <a:r>
              <a:rPr lang="id-ID" sz="1400" dirty="0">
                <a:latin typeface="Bahnschrift" panose="020B0502040204020203" pitchFamily="34" charset="0"/>
              </a:rPr>
              <a:t>SENJATA WAJIB DIDALAM KOTAK BOX SENJATA/HOLSTER TIDAK BOLEH DIBAWAH DALAM KONDISI DILUAR BOX/HOLSTER SAMPAI DIMEJA PENEMBAKAN.</a:t>
            </a:r>
          </a:p>
          <a:p>
            <a:pPr>
              <a:buFont typeface="Wingdings" panose="05000000000000000000" pitchFamily="2" charset="2"/>
              <a:buChar char="Ø"/>
            </a:pPr>
            <a:r>
              <a:rPr lang="id-ID" sz="1400" dirty="0">
                <a:latin typeface="Bahnschrift" panose="020B0502040204020203" pitchFamily="34" charset="0"/>
              </a:rPr>
              <a:t>APABILA TERJADI MALL FUNGSION, PETEMBAK WAJIB MELAKSANAKAN TINDAKAN KEAMANAN DENGAN MELEPAS MAGAZIN, DAN KOSONGKAN SENJATA KEARAH YANG AMAN.</a:t>
            </a:r>
          </a:p>
          <a:p>
            <a:pPr>
              <a:buFont typeface="Wingdings" panose="05000000000000000000" pitchFamily="2" charset="2"/>
              <a:buChar char="Ø"/>
            </a:pPr>
            <a:r>
              <a:rPr lang="id-ID" sz="1400" dirty="0">
                <a:latin typeface="Bahnschrift" panose="020B0502040204020203" pitchFamily="34" charset="0"/>
              </a:rPr>
              <a:t>BAGI PETEMBAK YANG SUDAH MELAKSANAKAN PENEMBAKAN ATAUPUN YANG SEDANG MENUNGGU GILIRAN GELOMBANG PENEMBAKAN DILARANG MEMBUAT KEGADUHAN ATAU DENGAN SENGAJA MENGGANGGU DENGAN PETEMBAK LAIN YANG SEDANG MELAKSANAKAN LOMBA.</a:t>
            </a:r>
          </a:p>
          <a:p>
            <a:pPr>
              <a:buFont typeface="Wingdings" panose="05000000000000000000" pitchFamily="2" charset="2"/>
              <a:buChar char="Ø"/>
            </a:pPr>
            <a:r>
              <a:rPr lang="id-ID" sz="1400" dirty="0">
                <a:latin typeface="Bahnschrift" panose="020B0502040204020203" pitchFamily="34" charset="0"/>
              </a:rPr>
              <a:t>HASIL NILAI YANG SUDAH DITANDA TANGANI OLEH PESERTA DAN PENILAI ADALAH MUTLAK.</a:t>
            </a:r>
            <a:endParaRPr lang="en-US" sz="1400" dirty="0">
              <a:latin typeface="Bahnschrift" panose="020B0502040204020203" pitchFamily="34" charset="0"/>
            </a:endParaRPr>
          </a:p>
          <a:p>
            <a:pPr>
              <a:buFont typeface="Wingdings" panose="05000000000000000000" pitchFamily="2" charset="2"/>
              <a:buChar char="Ø"/>
            </a:pPr>
            <a:r>
              <a:rPr lang="en-US" sz="1400" dirty="0">
                <a:latin typeface="Bahnschrift" panose="020B0502040204020203" pitchFamily="34" charset="0"/>
              </a:rPr>
              <a:t>APABILA PESERTA MELANGGAR ATURAN KEAMANAN AKAN DINYATAKAN DISQUALIFIKASI</a:t>
            </a:r>
            <a:endParaRPr lang="id-ID" sz="1400" dirty="0">
              <a:latin typeface="Bahnschrift" panose="020B0502040204020203" pitchFamily="34" charset="0"/>
            </a:endParaRPr>
          </a:p>
        </p:txBody>
      </p:sp>
      <p:pic>
        <p:nvPicPr>
          <p:cNvPr id="4" name="Picture 3">
            <a:extLst>
              <a:ext uri="{FF2B5EF4-FFF2-40B4-BE49-F238E27FC236}">
                <a16:creationId xmlns:a16="http://schemas.microsoft.com/office/drawing/2014/main" id="{75602D21-014D-4EFE-B18D-7D30E038A4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33727" y="268941"/>
            <a:ext cx="857345" cy="764928"/>
          </a:xfrm>
          <a:prstGeom prst="rect">
            <a:avLst/>
          </a:prstGeom>
        </p:spPr>
      </p:pic>
    </p:spTree>
    <p:extLst>
      <p:ext uri="{BB962C8B-B14F-4D97-AF65-F5344CB8AC3E}">
        <p14:creationId xmlns:p14="http://schemas.microsoft.com/office/powerpoint/2010/main" val="14821588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C5B85A8-7867-4F72-A494-67EADB47ACD7}"/>
              </a:ext>
            </a:extLst>
          </p:cNvPr>
          <p:cNvSpPr>
            <a:spLocks noGrp="1"/>
          </p:cNvSpPr>
          <p:nvPr>
            <p:ph type="title"/>
          </p:nvPr>
        </p:nvSpPr>
        <p:spPr>
          <a:xfrm>
            <a:off x="838200" y="365125"/>
            <a:ext cx="10515599" cy="1508499"/>
          </a:xfrm>
        </p:spPr>
        <p:txBody>
          <a:bodyPr>
            <a:normAutofit/>
          </a:bodyPr>
          <a:lstStyle/>
          <a:p>
            <a:r>
              <a:rPr lang="id-ID" b="1" dirty="0">
                <a:latin typeface="Bahnschrift" panose="020B0502040204020203" pitchFamily="34" charset="0"/>
              </a:rPr>
              <a:t>PRESISI PISTOL 2</a:t>
            </a:r>
            <a:r>
              <a:rPr lang="en-GB" b="1" dirty="0">
                <a:latin typeface="Bahnschrift" panose="020B0502040204020203" pitchFamily="34" charset="0"/>
              </a:rPr>
              <a:t>0</a:t>
            </a:r>
            <a:r>
              <a:rPr lang="id-ID" b="1" dirty="0">
                <a:latin typeface="Bahnschrift" panose="020B0502040204020203" pitchFamily="34" charset="0"/>
              </a:rPr>
              <a:t> M</a:t>
            </a:r>
          </a:p>
        </p:txBody>
      </p:sp>
      <p:sp>
        <p:nvSpPr>
          <p:cNvPr id="3" name="Content Placeholder 2">
            <a:extLst>
              <a:ext uri="{FF2B5EF4-FFF2-40B4-BE49-F238E27FC236}">
                <a16:creationId xmlns:a16="http://schemas.microsoft.com/office/drawing/2014/main" id="{C8F1B20E-1395-439E-A3DE-014CE6B21FF0}"/>
              </a:ext>
            </a:extLst>
          </p:cNvPr>
          <p:cNvSpPr>
            <a:spLocks noGrp="1"/>
          </p:cNvSpPr>
          <p:nvPr>
            <p:ph idx="1"/>
          </p:nvPr>
        </p:nvSpPr>
        <p:spPr>
          <a:xfrm>
            <a:off x="838200" y="1668040"/>
            <a:ext cx="9910142" cy="3878356"/>
          </a:xfrm>
        </p:spPr>
        <p:txBody>
          <a:bodyPr>
            <a:noAutofit/>
          </a:bodyPr>
          <a:lstStyle/>
          <a:p>
            <a:pPr marL="268605" indent="-255904">
              <a:lnSpc>
                <a:spcPct val="100000"/>
              </a:lnSpc>
              <a:spcBef>
                <a:spcPts val="565"/>
              </a:spcBef>
              <a:buFont typeface="Microsoft Sans Serif"/>
              <a:buChar char="●"/>
              <a:tabLst>
                <a:tab pos="268605" algn="l"/>
              </a:tabLst>
            </a:pPr>
            <a:r>
              <a:rPr lang="en-ID" sz="1400" b="1" dirty="0"/>
              <a:t>SIKAP PETEMBAK</a:t>
            </a:r>
          </a:p>
          <a:p>
            <a:pPr marL="584835" lvl="1" indent="-285750">
              <a:lnSpc>
                <a:spcPct val="100000"/>
              </a:lnSpc>
              <a:spcBef>
                <a:spcPts val="405"/>
              </a:spcBef>
              <a:buFont typeface="Wingdings" panose="05000000000000000000" pitchFamily="2" charset="2"/>
              <a:buChar char="Ø"/>
              <a:tabLst>
                <a:tab pos="536575" algn="l"/>
              </a:tabLst>
            </a:pPr>
            <a:r>
              <a:rPr lang="en-ID" sz="1400" spc="-10" dirty="0">
                <a:latin typeface="Bahnschrift" panose="020B0502040204020203" pitchFamily="34" charset="0"/>
                <a:cs typeface="Roboto"/>
              </a:rPr>
              <a:t>BERDIRI</a:t>
            </a:r>
            <a:endParaRPr lang="en-ID" sz="1400" dirty="0">
              <a:latin typeface="Bahnschrift" panose="020B0502040204020203" pitchFamily="34" charset="0"/>
              <a:cs typeface="Roboto"/>
            </a:endParaRPr>
          </a:p>
          <a:p>
            <a:pPr marL="584835" lvl="1" indent="-285750">
              <a:lnSpc>
                <a:spcPct val="100000"/>
              </a:lnSpc>
              <a:spcBef>
                <a:spcPts val="400"/>
              </a:spcBef>
              <a:buFont typeface="Wingdings" panose="05000000000000000000" pitchFamily="2" charset="2"/>
              <a:buChar char="Ø"/>
              <a:tabLst>
                <a:tab pos="536575" algn="l"/>
              </a:tabLst>
            </a:pPr>
            <a:r>
              <a:rPr lang="en-ID" sz="1400" spc="-30" dirty="0">
                <a:latin typeface="Bahnschrift" panose="020B0502040204020203" pitchFamily="34" charset="0"/>
                <a:cs typeface="Roboto"/>
              </a:rPr>
              <a:t>MENEMBAK</a:t>
            </a:r>
            <a:r>
              <a:rPr lang="en-ID" sz="1400" spc="-25" dirty="0">
                <a:latin typeface="Bahnschrift" panose="020B0502040204020203" pitchFamily="34" charset="0"/>
                <a:cs typeface="Roboto"/>
              </a:rPr>
              <a:t> </a:t>
            </a:r>
            <a:r>
              <a:rPr lang="en-ID" sz="1400" spc="-30" dirty="0">
                <a:latin typeface="Bahnschrift" panose="020B0502040204020203" pitchFamily="34" charset="0"/>
                <a:cs typeface="Roboto"/>
              </a:rPr>
              <a:t>MENGGUNAKAN</a:t>
            </a:r>
            <a:r>
              <a:rPr lang="en-ID" sz="1400" spc="-50" dirty="0">
                <a:latin typeface="Bahnschrift" panose="020B0502040204020203" pitchFamily="34" charset="0"/>
                <a:cs typeface="Roboto"/>
              </a:rPr>
              <a:t> </a:t>
            </a:r>
            <a:r>
              <a:rPr lang="en-ID" sz="1400" spc="-65" dirty="0">
                <a:latin typeface="Bahnschrift" panose="020B0502040204020203" pitchFamily="34" charset="0"/>
                <a:cs typeface="Roboto"/>
              </a:rPr>
              <a:t>DUA</a:t>
            </a:r>
            <a:r>
              <a:rPr lang="en-ID" sz="1400" spc="-55" dirty="0">
                <a:latin typeface="Bahnschrift" panose="020B0502040204020203" pitchFamily="34" charset="0"/>
                <a:cs typeface="Roboto"/>
              </a:rPr>
              <a:t> </a:t>
            </a:r>
            <a:r>
              <a:rPr lang="en-ID" sz="1400" spc="-10" dirty="0">
                <a:latin typeface="Bahnschrift" panose="020B0502040204020203" pitchFamily="34" charset="0"/>
                <a:cs typeface="Roboto"/>
              </a:rPr>
              <a:t>TANGAN</a:t>
            </a:r>
            <a:r>
              <a:rPr lang="id-ID" sz="1400" spc="-10" dirty="0">
                <a:latin typeface="Bahnschrift" panose="020B0502040204020203" pitchFamily="34" charset="0"/>
                <a:cs typeface="Roboto"/>
              </a:rPr>
              <a:t>				</a:t>
            </a:r>
            <a:endParaRPr lang="en-ID" sz="1400" dirty="0">
              <a:latin typeface="Bahnschrift" panose="020B0502040204020203" pitchFamily="34" charset="0"/>
              <a:cs typeface="Roboto"/>
            </a:endParaRPr>
          </a:p>
          <a:p>
            <a:pPr marL="514350" lvl="1" indent="-285750">
              <a:lnSpc>
                <a:spcPct val="100000"/>
              </a:lnSpc>
              <a:spcBef>
                <a:spcPts val="790"/>
              </a:spcBef>
              <a:buFont typeface="Wingdings" panose="05000000000000000000" pitchFamily="2" charset="2"/>
              <a:buChar char="Ø"/>
            </a:pPr>
            <a:endParaRPr lang="en-ID" sz="1400" dirty="0">
              <a:latin typeface="Bahnschrift" panose="020B0502040204020203" pitchFamily="34" charset="0"/>
              <a:cs typeface="Roboto"/>
            </a:endParaRPr>
          </a:p>
          <a:p>
            <a:pPr marL="268605" indent="-255904">
              <a:lnSpc>
                <a:spcPct val="100000"/>
              </a:lnSpc>
              <a:spcBef>
                <a:spcPts val="5"/>
              </a:spcBef>
              <a:buFont typeface="Microsoft Sans Serif"/>
              <a:buChar char="●"/>
              <a:tabLst>
                <a:tab pos="268605" algn="l"/>
              </a:tabLst>
            </a:pPr>
            <a:r>
              <a:rPr lang="en-ID" sz="1400" b="1" dirty="0"/>
              <a:t>AMUNISI :</a:t>
            </a:r>
          </a:p>
          <a:p>
            <a:pPr marL="584835" lvl="1" indent="-285750">
              <a:lnSpc>
                <a:spcPct val="100000"/>
              </a:lnSpc>
              <a:spcBef>
                <a:spcPts val="5"/>
              </a:spcBef>
              <a:buFont typeface="Wingdings" panose="05000000000000000000" pitchFamily="2" charset="2"/>
              <a:buChar char="Ø"/>
              <a:tabLst>
                <a:tab pos="536575" algn="l"/>
              </a:tabLst>
            </a:pPr>
            <a:r>
              <a:rPr lang="en-ID" sz="1400" spc="-20" dirty="0">
                <a:latin typeface="Bahnschrift" panose="020B0502040204020203" pitchFamily="34" charset="0"/>
                <a:cs typeface="Roboto"/>
              </a:rPr>
              <a:t>13</a:t>
            </a:r>
            <a:r>
              <a:rPr lang="en-ID" sz="1400" spc="-80" dirty="0">
                <a:latin typeface="Bahnschrift" panose="020B0502040204020203" pitchFamily="34" charset="0"/>
                <a:cs typeface="Roboto"/>
              </a:rPr>
              <a:t> </a:t>
            </a:r>
            <a:r>
              <a:rPr lang="en-ID" sz="1400" spc="-50" dirty="0">
                <a:latin typeface="Bahnschrift" panose="020B0502040204020203" pitchFamily="34" charset="0"/>
                <a:cs typeface="Roboto"/>
              </a:rPr>
              <a:t>BUTIR</a:t>
            </a:r>
            <a:r>
              <a:rPr lang="en-ID" sz="1400" spc="-70" dirty="0">
                <a:latin typeface="Bahnschrift" panose="020B0502040204020203" pitchFamily="34" charset="0"/>
                <a:cs typeface="Roboto"/>
              </a:rPr>
              <a:t> </a:t>
            </a:r>
            <a:r>
              <a:rPr lang="en-ID" sz="1400" spc="-30" dirty="0">
                <a:latin typeface="Bahnschrift" panose="020B0502040204020203" pitchFamily="34" charset="0"/>
                <a:cs typeface="Roboto"/>
              </a:rPr>
              <a:t>DALAM</a:t>
            </a:r>
            <a:r>
              <a:rPr lang="en-ID" sz="1400" spc="-90" dirty="0">
                <a:latin typeface="Bahnschrift" panose="020B0502040204020203" pitchFamily="34" charset="0"/>
                <a:cs typeface="Roboto"/>
              </a:rPr>
              <a:t> </a:t>
            </a:r>
            <a:r>
              <a:rPr lang="en-ID" sz="1400" dirty="0">
                <a:latin typeface="Bahnschrift" panose="020B0502040204020203" pitchFamily="34" charset="0"/>
                <a:cs typeface="Roboto"/>
              </a:rPr>
              <a:t>2</a:t>
            </a:r>
            <a:r>
              <a:rPr lang="en-ID" sz="1400" spc="-60" dirty="0">
                <a:latin typeface="Bahnschrift" panose="020B0502040204020203" pitchFamily="34" charset="0"/>
                <a:cs typeface="Roboto"/>
              </a:rPr>
              <a:t> </a:t>
            </a:r>
            <a:r>
              <a:rPr lang="en-ID" sz="1400" spc="-10" dirty="0">
                <a:latin typeface="Bahnschrift" panose="020B0502040204020203" pitchFamily="34" charset="0"/>
                <a:cs typeface="Roboto"/>
              </a:rPr>
              <a:t>MAGAZEN</a:t>
            </a:r>
            <a:endParaRPr lang="en-ID" sz="1400" dirty="0">
              <a:latin typeface="Bahnschrift" panose="020B0502040204020203" pitchFamily="34" charset="0"/>
              <a:cs typeface="Roboto"/>
            </a:endParaRPr>
          </a:p>
          <a:p>
            <a:pPr marL="584835" lvl="1" indent="-285750">
              <a:lnSpc>
                <a:spcPct val="100000"/>
              </a:lnSpc>
              <a:spcBef>
                <a:spcPts val="5"/>
              </a:spcBef>
              <a:buFont typeface="Wingdings" panose="05000000000000000000" pitchFamily="2" charset="2"/>
              <a:buChar char="Ø"/>
              <a:tabLst>
                <a:tab pos="536575" algn="l"/>
              </a:tabLst>
            </a:pPr>
            <a:r>
              <a:rPr lang="en-ID" sz="1400" dirty="0">
                <a:latin typeface="Bahnschrift" panose="020B0502040204020203" pitchFamily="34" charset="0"/>
                <a:cs typeface="Roboto"/>
              </a:rPr>
              <a:t>3</a:t>
            </a:r>
            <a:r>
              <a:rPr lang="en-ID" sz="1400" spc="-60" dirty="0">
                <a:latin typeface="Bahnschrift" panose="020B0502040204020203" pitchFamily="34" charset="0"/>
                <a:cs typeface="Roboto"/>
              </a:rPr>
              <a:t> </a:t>
            </a:r>
            <a:r>
              <a:rPr lang="en-ID" sz="1400" spc="-45" dirty="0">
                <a:latin typeface="Bahnschrift" panose="020B0502040204020203" pitchFamily="34" charset="0"/>
                <a:cs typeface="Roboto"/>
              </a:rPr>
              <a:t>BUTIR</a:t>
            </a:r>
            <a:r>
              <a:rPr lang="en-ID" sz="1400" spc="-70" dirty="0">
                <a:latin typeface="Bahnschrift" panose="020B0502040204020203" pitchFamily="34" charset="0"/>
                <a:cs typeface="Roboto"/>
              </a:rPr>
              <a:t> </a:t>
            </a:r>
            <a:r>
              <a:rPr lang="en-ID" sz="1400" spc="-65" dirty="0">
                <a:latin typeface="Bahnschrift" panose="020B0502040204020203" pitchFamily="34" charset="0"/>
                <a:cs typeface="Roboto"/>
              </a:rPr>
              <a:t>UNTUK</a:t>
            </a:r>
            <a:r>
              <a:rPr lang="en-ID" sz="1400" spc="-90" dirty="0">
                <a:latin typeface="Bahnschrift" panose="020B0502040204020203" pitchFamily="34" charset="0"/>
                <a:cs typeface="Roboto"/>
              </a:rPr>
              <a:t> </a:t>
            </a:r>
            <a:r>
              <a:rPr lang="en-ID" sz="1400" spc="-10" dirty="0">
                <a:latin typeface="Bahnschrift" panose="020B0502040204020203" pitchFamily="34" charset="0"/>
                <a:cs typeface="Roboto"/>
              </a:rPr>
              <a:t>PERCOBAAN</a:t>
            </a:r>
            <a:r>
              <a:rPr lang="en-ID" sz="1400" spc="-100" dirty="0">
                <a:latin typeface="Bahnschrift" panose="020B0502040204020203" pitchFamily="34" charset="0"/>
                <a:cs typeface="Roboto"/>
              </a:rPr>
              <a:t> </a:t>
            </a:r>
            <a:r>
              <a:rPr lang="en-ID" sz="1400" spc="-25" dirty="0">
                <a:latin typeface="Bahnschrift" panose="020B0502040204020203" pitchFamily="34" charset="0"/>
                <a:cs typeface="Roboto"/>
              </a:rPr>
              <a:t>DENGAN</a:t>
            </a:r>
            <a:r>
              <a:rPr lang="en-ID" sz="1400" spc="-65" dirty="0">
                <a:latin typeface="Bahnschrift" panose="020B0502040204020203" pitchFamily="34" charset="0"/>
                <a:cs typeface="Roboto"/>
              </a:rPr>
              <a:t> </a:t>
            </a:r>
            <a:r>
              <a:rPr lang="en-ID" sz="1400" spc="-50" dirty="0">
                <a:latin typeface="Bahnschrift" panose="020B0502040204020203" pitchFamily="34" charset="0"/>
                <a:cs typeface="Roboto"/>
              </a:rPr>
              <a:t>WAKTU</a:t>
            </a:r>
            <a:r>
              <a:rPr lang="en-ID" sz="1400" spc="-65" dirty="0">
                <a:latin typeface="Bahnschrift" panose="020B0502040204020203" pitchFamily="34" charset="0"/>
                <a:cs typeface="Roboto"/>
              </a:rPr>
              <a:t> </a:t>
            </a:r>
            <a:r>
              <a:rPr lang="en-ID" sz="1400" dirty="0">
                <a:latin typeface="Bahnschrift" panose="020B0502040204020203" pitchFamily="34" charset="0"/>
                <a:cs typeface="Roboto"/>
              </a:rPr>
              <a:t>1</a:t>
            </a:r>
            <a:r>
              <a:rPr lang="en-ID" sz="1400" spc="-45" dirty="0">
                <a:latin typeface="Bahnschrift" panose="020B0502040204020203" pitchFamily="34" charset="0"/>
                <a:cs typeface="Roboto"/>
              </a:rPr>
              <a:t> </a:t>
            </a:r>
            <a:r>
              <a:rPr lang="en-ID" sz="1400" spc="-10" dirty="0">
                <a:latin typeface="Bahnschrift" panose="020B0502040204020203" pitchFamily="34" charset="0"/>
                <a:cs typeface="Roboto"/>
              </a:rPr>
              <a:t>MENIT</a:t>
            </a:r>
            <a:endParaRPr lang="en-ID" sz="1400" dirty="0">
              <a:latin typeface="Bahnschrift" panose="020B0502040204020203" pitchFamily="34" charset="0"/>
              <a:cs typeface="Roboto"/>
            </a:endParaRPr>
          </a:p>
          <a:p>
            <a:pPr marL="584835" lvl="1" indent="-285750">
              <a:lnSpc>
                <a:spcPct val="100000"/>
              </a:lnSpc>
              <a:buFont typeface="Wingdings" panose="05000000000000000000" pitchFamily="2" charset="2"/>
              <a:buChar char="Ø"/>
              <a:tabLst>
                <a:tab pos="536575" algn="l"/>
              </a:tabLst>
            </a:pPr>
            <a:r>
              <a:rPr lang="en-ID" sz="1400" spc="-10" dirty="0">
                <a:latin typeface="Bahnschrift" panose="020B0502040204020203" pitchFamily="34" charset="0"/>
                <a:cs typeface="Roboto"/>
              </a:rPr>
              <a:t>10</a:t>
            </a:r>
            <a:r>
              <a:rPr lang="en-ID" sz="1400" spc="-55" dirty="0">
                <a:latin typeface="Bahnschrift" panose="020B0502040204020203" pitchFamily="34" charset="0"/>
                <a:cs typeface="Roboto"/>
              </a:rPr>
              <a:t> </a:t>
            </a:r>
            <a:r>
              <a:rPr lang="en-ID" sz="1400" spc="-50" dirty="0">
                <a:latin typeface="Bahnschrift" panose="020B0502040204020203" pitchFamily="34" charset="0"/>
                <a:cs typeface="Roboto"/>
              </a:rPr>
              <a:t>BUTIR</a:t>
            </a:r>
            <a:r>
              <a:rPr lang="en-ID" sz="1400" spc="-65" dirty="0">
                <a:latin typeface="Bahnschrift" panose="020B0502040204020203" pitchFamily="34" charset="0"/>
                <a:cs typeface="Roboto"/>
              </a:rPr>
              <a:t> </a:t>
            </a:r>
            <a:r>
              <a:rPr lang="en-ID" sz="1400" spc="-60" dirty="0">
                <a:latin typeface="Bahnschrift" panose="020B0502040204020203" pitchFamily="34" charset="0"/>
                <a:cs typeface="Roboto"/>
              </a:rPr>
              <a:t>SLOW</a:t>
            </a:r>
            <a:r>
              <a:rPr lang="en-ID" sz="1400" spc="-120" dirty="0">
                <a:latin typeface="Bahnschrift" panose="020B0502040204020203" pitchFamily="34" charset="0"/>
                <a:cs typeface="Roboto"/>
              </a:rPr>
              <a:t> </a:t>
            </a:r>
            <a:r>
              <a:rPr lang="en-ID" sz="1400" spc="-45" dirty="0">
                <a:latin typeface="Bahnschrift" panose="020B0502040204020203" pitchFamily="34" charset="0"/>
                <a:cs typeface="Roboto"/>
              </a:rPr>
              <a:t>FIRE</a:t>
            </a:r>
            <a:r>
              <a:rPr lang="en-ID" sz="1400" spc="-75" dirty="0">
                <a:latin typeface="Bahnschrift" panose="020B0502040204020203" pitchFamily="34" charset="0"/>
                <a:cs typeface="Roboto"/>
              </a:rPr>
              <a:t> </a:t>
            </a:r>
            <a:r>
              <a:rPr lang="en-ID" sz="1400" spc="-30" dirty="0">
                <a:latin typeface="Bahnschrift" panose="020B0502040204020203" pitchFamily="34" charset="0"/>
                <a:cs typeface="Roboto"/>
              </a:rPr>
              <a:t>DENGAN</a:t>
            </a:r>
            <a:r>
              <a:rPr lang="en-ID" sz="1400" spc="-60" dirty="0">
                <a:latin typeface="Bahnschrift" panose="020B0502040204020203" pitchFamily="34" charset="0"/>
                <a:cs typeface="Roboto"/>
              </a:rPr>
              <a:t> </a:t>
            </a:r>
            <a:r>
              <a:rPr lang="en-ID" sz="1400" spc="-55" dirty="0">
                <a:latin typeface="Bahnschrift" panose="020B0502040204020203" pitchFamily="34" charset="0"/>
                <a:cs typeface="Roboto"/>
              </a:rPr>
              <a:t>WAKTU</a:t>
            </a:r>
            <a:r>
              <a:rPr lang="en-ID" sz="1400" spc="-35" dirty="0">
                <a:latin typeface="Bahnschrift" panose="020B0502040204020203" pitchFamily="34" charset="0"/>
                <a:cs typeface="Roboto"/>
              </a:rPr>
              <a:t> </a:t>
            </a:r>
            <a:r>
              <a:rPr lang="en-ID" sz="1400" dirty="0">
                <a:latin typeface="Bahnschrift" panose="020B0502040204020203" pitchFamily="34" charset="0"/>
                <a:cs typeface="Roboto"/>
              </a:rPr>
              <a:t>3</a:t>
            </a:r>
            <a:r>
              <a:rPr lang="en-ID" sz="1400" spc="-45" dirty="0">
                <a:latin typeface="Bahnschrift" panose="020B0502040204020203" pitchFamily="34" charset="0"/>
                <a:cs typeface="Roboto"/>
              </a:rPr>
              <a:t> </a:t>
            </a:r>
            <a:r>
              <a:rPr lang="en-ID" sz="1400" spc="-10" dirty="0">
                <a:latin typeface="Bahnschrift" panose="020B0502040204020203" pitchFamily="34" charset="0"/>
                <a:cs typeface="Roboto"/>
              </a:rPr>
              <a:t>MENIT</a:t>
            </a:r>
            <a:endParaRPr lang="en-ID" sz="1400" dirty="0">
              <a:latin typeface="Bahnschrift" panose="020B0502040204020203" pitchFamily="34" charset="0"/>
              <a:cs typeface="Roboto"/>
            </a:endParaRPr>
          </a:p>
          <a:p>
            <a:pPr lvl="1">
              <a:lnSpc>
                <a:spcPct val="100000"/>
              </a:lnSpc>
              <a:spcBef>
                <a:spcPts val="985"/>
              </a:spcBef>
              <a:buFont typeface="Microsoft Sans Serif"/>
              <a:buChar char="●"/>
            </a:pPr>
            <a:endParaRPr lang="en-ID" sz="1400" dirty="0">
              <a:latin typeface="Bahnschrift" panose="020B0502040204020203" pitchFamily="34" charset="0"/>
              <a:cs typeface="Roboto"/>
            </a:endParaRPr>
          </a:p>
          <a:p>
            <a:pPr marL="269875" indent="-228600">
              <a:lnSpc>
                <a:spcPct val="100000"/>
              </a:lnSpc>
              <a:buFont typeface="Microsoft Sans Serif"/>
              <a:buChar char="●"/>
              <a:tabLst>
                <a:tab pos="269875" algn="l"/>
              </a:tabLst>
            </a:pPr>
            <a:r>
              <a:rPr lang="en-ID" sz="1400" b="1" dirty="0"/>
              <a:t>SASARAN :</a:t>
            </a:r>
          </a:p>
          <a:p>
            <a:pPr marL="613410" lvl="1" indent="-285750">
              <a:lnSpc>
                <a:spcPct val="100000"/>
              </a:lnSpc>
              <a:spcBef>
                <a:spcPts val="725"/>
              </a:spcBef>
              <a:buFont typeface="Wingdings" panose="05000000000000000000" pitchFamily="2" charset="2"/>
              <a:buChar char="Ø"/>
              <a:tabLst>
                <a:tab pos="534035" algn="l"/>
              </a:tabLst>
            </a:pPr>
            <a:r>
              <a:rPr lang="en-ID" sz="1400" dirty="0">
                <a:latin typeface="Bahnschrift" panose="020B0502040204020203" pitchFamily="34" charset="0"/>
                <a:cs typeface="Roboto"/>
              </a:rPr>
              <a:t>1</a:t>
            </a:r>
            <a:r>
              <a:rPr lang="en-ID" sz="1400" spc="-55" dirty="0">
                <a:latin typeface="Bahnschrift" panose="020B0502040204020203" pitchFamily="34" charset="0"/>
                <a:cs typeface="Roboto"/>
              </a:rPr>
              <a:t> </a:t>
            </a:r>
            <a:r>
              <a:rPr lang="en-ID" sz="1400" spc="-30" dirty="0">
                <a:latin typeface="Bahnschrift" panose="020B0502040204020203" pitchFamily="34" charset="0"/>
                <a:cs typeface="Roboto"/>
              </a:rPr>
              <a:t>LESAN</a:t>
            </a:r>
            <a:r>
              <a:rPr lang="en-ID" sz="1400" spc="-100" dirty="0">
                <a:latin typeface="Bahnschrift" panose="020B0502040204020203" pitchFamily="34" charset="0"/>
                <a:cs typeface="Roboto"/>
              </a:rPr>
              <a:t> </a:t>
            </a:r>
            <a:r>
              <a:rPr lang="en-ID" sz="1400" spc="-20" dirty="0">
                <a:latin typeface="Bahnschrift" panose="020B0502040204020203" pitchFamily="34" charset="0"/>
                <a:cs typeface="Roboto"/>
              </a:rPr>
              <a:t>RING</a:t>
            </a:r>
            <a:r>
              <a:rPr lang="en-ID" sz="1400" spc="-50" dirty="0">
                <a:latin typeface="Bahnschrift" panose="020B0502040204020203" pitchFamily="34" charset="0"/>
                <a:cs typeface="Roboto"/>
              </a:rPr>
              <a:t> </a:t>
            </a:r>
            <a:r>
              <a:rPr lang="en-ID" sz="1400" spc="-30" dirty="0">
                <a:latin typeface="Bahnschrift" panose="020B0502040204020203" pitchFamily="34" charset="0"/>
                <a:cs typeface="Roboto"/>
              </a:rPr>
              <a:t>PISTOL</a:t>
            </a:r>
            <a:r>
              <a:rPr lang="en-ID" sz="1400" spc="-55" dirty="0">
                <a:latin typeface="Bahnschrift" panose="020B0502040204020203" pitchFamily="34" charset="0"/>
                <a:cs typeface="Roboto"/>
              </a:rPr>
              <a:t> </a:t>
            </a:r>
            <a:r>
              <a:rPr lang="en-ID" sz="1400" spc="-20" dirty="0">
                <a:latin typeface="Bahnschrift" panose="020B0502040204020203" pitchFamily="34" charset="0"/>
                <a:cs typeface="Roboto"/>
              </a:rPr>
              <a:t>NILAI</a:t>
            </a:r>
            <a:r>
              <a:rPr lang="en-ID" sz="1400" spc="-55" dirty="0">
                <a:latin typeface="Bahnschrift" panose="020B0502040204020203" pitchFamily="34" charset="0"/>
                <a:cs typeface="Roboto"/>
              </a:rPr>
              <a:t> </a:t>
            </a:r>
            <a:r>
              <a:rPr lang="en-ID" sz="1400" dirty="0">
                <a:latin typeface="Bahnschrift" panose="020B0502040204020203" pitchFamily="34" charset="0"/>
                <a:cs typeface="Roboto"/>
              </a:rPr>
              <a:t>1</a:t>
            </a:r>
            <a:r>
              <a:rPr lang="en-ID" sz="1400" spc="-50" dirty="0">
                <a:latin typeface="Bahnschrift" panose="020B0502040204020203" pitchFamily="34" charset="0"/>
                <a:cs typeface="Roboto"/>
              </a:rPr>
              <a:t> </a:t>
            </a:r>
            <a:r>
              <a:rPr lang="en-ID" sz="1400" spc="-95" dirty="0">
                <a:latin typeface="Bahnschrift" panose="020B0502040204020203" pitchFamily="34" charset="0"/>
                <a:cs typeface="Roboto"/>
              </a:rPr>
              <a:t>–</a:t>
            </a:r>
            <a:r>
              <a:rPr lang="en-ID" sz="1400" spc="-110" dirty="0">
                <a:latin typeface="Bahnschrift" panose="020B0502040204020203" pitchFamily="34" charset="0"/>
                <a:cs typeface="Roboto"/>
              </a:rPr>
              <a:t> </a:t>
            </a:r>
            <a:r>
              <a:rPr lang="en-ID" sz="1400" spc="-25" dirty="0">
                <a:latin typeface="Bahnschrift" panose="020B0502040204020203" pitchFamily="34" charset="0"/>
                <a:cs typeface="Roboto"/>
              </a:rPr>
              <a:t>10</a:t>
            </a:r>
            <a:endParaRPr lang="en-ID" sz="1400" dirty="0">
              <a:latin typeface="Bahnschrift" panose="020B0502040204020203" pitchFamily="34" charset="0"/>
              <a:cs typeface="Roboto"/>
            </a:endParaRPr>
          </a:p>
          <a:p>
            <a:pPr marL="514350" lvl="1" indent="-285750">
              <a:lnSpc>
                <a:spcPct val="100000"/>
              </a:lnSpc>
              <a:spcBef>
                <a:spcPts val="395"/>
              </a:spcBef>
              <a:buFont typeface="Wingdings" panose="05000000000000000000" pitchFamily="2" charset="2"/>
              <a:buChar char="Ø"/>
            </a:pPr>
            <a:endParaRPr lang="en-ID" sz="1400" dirty="0">
              <a:latin typeface="Bahnschrift" panose="020B0502040204020203" pitchFamily="34" charset="0"/>
              <a:cs typeface="Roboto"/>
            </a:endParaRPr>
          </a:p>
          <a:p>
            <a:pPr marL="251460" indent="-229235">
              <a:lnSpc>
                <a:spcPct val="100000"/>
              </a:lnSpc>
              <a:spcBef>
                <a:spcPts val="5"/>
              </a:spcBef>
              <a:buFont typeface="Microsoft Sans Serif"/>
              <a:buChar char="●"/>
              <a:tabLst>
                <a:tab pos="251460" algn="l"/>
              </a:tabLst>
            </a:pPr>
            <a:r>
              <a:rPr lang="en-ID" sz="1400" b="1" dirty="0"/>
              <a:t>TOTAL NILAI MAX : 100,10</a:t>
            </a:r>
          </a:p>
          <a:p>
            <a:pPr marL="251460" indent="-229235">
              <a:lnSpc>
                <a:spcPct val="100000"/>
              </a:lnSpc>
              <a:spcBef>
                <a:spcPts val="900"/>
              </a:spcBef>
              <a:buFont typeface="Microsoft Sans Serif"/>
              <a:buChar char="●"/>
              <a:tabLst>
                <a:tab pos="251460" algn="l"/>
              </a:tabLst>
            </a:pPr>
            <a:r>
              <a:rPr lang="en-ID" sz="1400" b="1" dirty="0"/>
              <a:t>JARAK TEMBAK : 20 M</a:t>
            </a:r>
          </a:p>
          <a:p>
            <a:pPr marL="251460" indent="-229235">
              <a:lnSpc>
                <a:spcPct val="100000"/>
              </a:lnSpc>
              <a:spcBef>
                <a:spcPts val="900"/>
              </a:spcBef>
              <a:buFont typeface="Microsoft Sans Serif"/>
              <a:buChar char="●"/>
              <a:tabLst>
                <a:tab pos="251460" algn="l"/>
              </a:tabLst>
            </a:pPr>
            <a:r>
              <a:rPr lang="en-ID" sz="1400" b="1" dirty="0"/>
              <a:t>TINGGI CENTER TARGET 140 CM</a:t>
            </a:r>
          </a:p>
          <a:p>
            <a:endParaRPr lang="en-ID" sz="1400" dirty="0">
              <a:latin typeface="Bahnschrift" panose="020B0502040204020203" pitchFamily="34" charset="0"/>
            </a:endParaRPr>
          </a:p>
        </p:txBody>
      </p:sp>
      <p:pic>
        <p:nvPicPr>
          <p:cNvPr id="4" name="object 23">
            <a:extLst>
              <a:ext uri="{FF2B5EF4-FFF2-40B4-BE49-F238E27FC236}">
                <a16:creationId xmlns:a16="http://schemas.microsoft.com/office/drawing/2014/main" id="{B0C4AE34-F30D-49F2-9484-278D9E472880}"/>
              </a:ext>
            </a:extLst>
          </p:cNvPr>
          <p:cNvPicPr/>
          <p:nvPr/>
        </p:nvPicPr>
        <p:blipFill>
          <a:blip r:embed="rId2" cstate="print"/>
          <a:stretch>
            <a:fillRect/>
          </a:stretch>
        </p:blipFill>
        <p:spPr>
          <a:xfrm>
            <a:off x="7639075" y="2483224"/>
            <a:ext cx="1062962" cy="1551027"/>
          </a:xfrm>
          <a:prstGeom prst="rect">
            <a:avLst/>
          </a:prstGeom>
        </p:spPr>
      </p:pic>
      <p:sp>
        <p:nvSpPr>
          <p:cNvPr id="5" name="object 13">
            <a:extLst>
              <a:ext uri="{FF2B5EF4-FFF2-40B4-BE49-F238E27FC236}">
                <a16:creationId xmlns:a16="http://schemas.microsoft.com/office/drawing/2014/main" id="{893A5AF6-CDD4-4C2F-BC20-02622840DBE4}"/>
              </a:ext>
            </a:extLst>
          </p:cNvPr>
          <p:cNvSpPr/>
          <p:nvPr/>
        </p:nvSpPr>
        <p:spPr>
          <a:xfrm>
            <a:off x="8170556" y="4917878"/>
            <a:ext cx="314366" cy="295717"/>
          </a:xfrm>
          <a:custGeom>
            <a:avLst/>
            <a:gdLst/>
            <a:ahLst/>
            <a:cxnLst/>
            <a:rect l="l" t="t" r="r" b="b"/>
            <a:pathLst>
              <a:path w="274320" h="289560">
                <a:moveTo>
                  <a:pt x="274027" y="0"/>
                </a:moveTo>
                <a:lnTo>
                  <a:pt x="0" y="0"/>
                </a:lnTo>
                <a:lnTo>
                  <a:pt x="0" y="289255"/>
                </a:lnTo>
                <a:lnTo>
                  <a:pt x="274027" y="289255"/>
                </a:lnTo>
                <a:lnTo>
                  <a:pt x="274027" y="0"/>
                </a:lnTo>
                <a:close/>
              </a:path>
            </a:pathLst>
          </a:custGeom>
          <a:solidFill>
            <a:srgbClr val="FF0000"/>
          </a:solidFill>
        </p:spPr>
        <p:txBody>
          <a:bodyPr wrap="square" lIns="0" tIns="0" rIns="0" bIns="0" rtlCol="0"/>
          <a:lstStyle/>
          <a:p>
            <a:endParaRPr/>
          </a:p>
        </p:txBody>
      </p:sp>
      <p:sp>
        <p:nvSpPr>
          <p:cNvPr id="6" name="object 14">
            <a:extLst>
              <a:ext uri="{FF2B5EF4-FFF2-40B4-BE49-F238E27FC236}">
                <a16:creationId xmlns:a16="http://schemas.microsoft.com/office/drawing/2014/main" id="{9C5D0679-CF1C-42A0-81F1-B3C4C281E6F1}"/>
              </a:ext>
            </a:extLst>
          </p:cNvPr>
          <p:cNvSpPr/>
          <p:nvPr/>
        </p:nvSpPr>
        <p:spPr>
          <a:xfrm>
            <a:off x="6860964" y="4926841"/>
            <a:ext cx="2951480" cy="434570"/>
          </a:xfrm>
          <a:custGeom>
            <a:avLst/>
            <a:gdLst/>
            <a:ahLst/>
            <a:cxnLst/>
            <a:rect l="l" t="t" r="r" b="b"/>
            <a:pathLst>
              <a:path w="2951479" h="449580">
                <a:moveTo>
                  <a:pt x="1610360" y="10160"/>
                </a:moveTo>
                <a:lnTo>
                  <a:pt x="1605534" y="10160"/>
                </a:lnTo>
                <a:lnTo>
                  <a:pt x="1605534" y="0"/>
                </a:lnTo>
                <a:lnTo>
                  <a:pt x="1590929" y="0"/>
                </a:lnTo>
                <a:lnTo>
                  <a:pt x="1590929" y="20447"/>
                </a:lnTo>
                <a:lnTo>
                  <a:pt x="1590929" y="289433"/>
                </a:lnTo>
                <a:lnTo>
                  <a:pt x="1335151" y="289433"/>
                </a:lnTo>
                <a:lnTo>
                  <a:pt x="1335151" y="20447"/>
                </a:lnTo>
                <a:lnTo>
                  <a:pt x="1590929" y="20447"/>
                </a:lnTo>
                <a:lnTo>
                  <a:pt x="1590929" y="0"/>
                </a:lnTo>
                <a:lnTo>
                  <a:pt x="1325372" y="0"/>
                </a:lnTo>
                <a:lnTo>
                  <a:pt x="1315720" y="10160"/>
                </a:lnTo>
                <a:lnTo>
                  <a:pt x="1315720" y="299720"/>
                </a:lnTo>
                <a:lnTo>
                  <a:pt x="1323594" y="309626"/>
                </a:lnTo>
                <a:lnTo>
                  <a:pt x="1325372" y="309880"/>
                </a:lnTo>
                <a:lnTo>
                  <a:pt x="1600708" y="309880"/>
                </a:lnTo>
                <a:lnTo>
                  <a:pt x="1602613" y="309626"/>
                </a:lnTo>
                <a:lnTo>
                  <a:pt x="1610106" y="301752"/>
                </a:lnTo>
                <a:lnTo>
                  <a:pt x="1610360" y="299720"/>
                </a:lnTo>
                <a:lnTo>
                  <a:pt x="1610360" y="289560"/>
                </a:lnTo>
                <a:lnTo>
                  <a:pt x="1610360" y="289433"/>
                </a:lnTo>
                <a:lnTo>
                  <a:pt x="1610360" y="10160"/>
                </a:lnTo>
                <a:close/>
              </a:path>
              <a:path w="2951479" h="449580">
                <a:moveTo>
                  <a:pt x="2951480" y="426720"/>
                </a:moveTo>
                <a:lnTo>
                  <a:pt x="0" y="427228"/>
                </a:lnTo>
                <a:lnTo>
                  <a:pt x="0" y="449580"/>
                </a:lnTo>
                <a:lnTo>
                  <a:pt x="2951480" y="449072"/>
                </a:lnTo>
                <a:lnTo>
                  <a:pt x="2951480" y="426720"/>
                </a:lnTo>
                <a:close/>
              </a:path>
            </a:pathLst>
          </a:custGeom>
          <a:solidFill>
            <a:schemeClr val="tx1"/>
          </a:solidFill>
        </p:spPr>
        <p:txBody>
          <a:bodyPr wrap="square" lIns="0" tIns="0" rIns="0" bIns="0" rtlCol="0"/>
          <a:lstStyle/>
          <a:p>
            <a:endParaRPr/>
          </a:p>
        </p:txBody>
      </p:sp>
      <p:pic>
        <p:nvPicPr>
          <p:cNvPr id="7" name="Picture 6">
            <a:extLst>
              <a:ext uri="{FF2B5EF4-FFF2-40B4-BE49-F238E27FC236}">
                <a16:creationId xmlns:a16="http://schemas.microsoft.com/office/drawing/2014/main" id="{B3F9BF3C-F784-488F-8DBA-F18D00E365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33727" y="268941"/>
            <a:ext cx="857345" cy="764928"/>
          </a:xfrm>
          <a:prstGeom prst="rect">
            <a:avLst/>
          </a:prstGeom>
        </p:spPr>
      </p:pic>
    </p:spTree>
    <p:extLst>
      <p:ext uri="{BB962C8B-B14F-4D97-AF65-F5344CB8AC3E}">
        <p14:creationId xmlns:p14="http://schemas.microsoft.com/office/powerpoint/2010/main" val="115457193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976AC07-EB41-4A05-B26C-A1A60F1BD614}"/>
              </a:ext>
            </a:extLst>
          </p:cNvPr>
          <p:cNvSpPr>
            <a:spLocks noGrp="1"/>
          </p:cNvSpPr>
          <p:nvPr>
            <p:ph type="title"/>
          </p:nvPr>
        </p:nvSpPr>
        <p:spPr>
          <a:xfrm>
            <a:off x="838200" y="365125"/>
            <a:ext cx="10515599" cy="1508499"/>
          </a:xfrm>
        </p:spPr>
        <p:txBody>
          <a:bodyPr>
            <a:normAutofit/>
          </a:bodyPr>
          <a:lstStyle/>
          <a:p>
            <a:r>
              <a:rPr lang="id-ID" b="1" dirty="0">
                <a:latin typeface="Bahnschrift" panose="020B0502040204020203" pitchFamily="34" charset="0"/>
              </a:rPr>
              <a:t>PRESISI PISTOL 2</a:t>
            </a:r>
            <a:r>
              <a:rPr lang="en-GB" b="1" dirty="0">
                <a:latin typeface="Bahnschrift" panose="020B0502040204020203" pitchFamily="34" charset="0"/>
              </a:rPr>
              <a:t>0</a:t>
            </a:r>
            <a:r>
              <a:rPr lang="id-ID" b="1" dirty="0">
                <a:latin typeface="Bahnschrift" panose="020B0502040204020203" pitchFamily="34" charset="0"/>
              </a:rPr>
              <a:t> M</a:t>
            </a:r>
          </a:p>
        </p:txBody>
      </p:sp>
      <p:sp>
        <p:nvSpPr>
          <p:cNvPr id="3" name="Content Placeholder 2">
            <a:extLst>
              <a:ext uri="{FF2B5EF4-FFF2-40B4-BE49-F238E27FC236}">
                <a16:creationId xmlns:a16="http://schemas.microsoft.com/office/drawing/2014/main" id="{A3B2C24C-14A8-4CE6-9EBE-F2EFC20513C8}"/>
              </a:ext>
            </a:extLst>
          </p:cNvPr>
          <p:cNvSpPr>
            <a:spLocks noGrp="1"/>
          </p:cNvSpPr>
          <p:nvPr>
            <p:ph idx="1"/>
          </p:nvPr>
        </p:nvSpPr>
        <p:spPr>
          <a:xfrm>
            <a:off x="838200" y="2303929"/>
            <a:ext cx="9533626" cy="4134972"/>
          </a:xfrm>
        </p:spPr>
        <p:txBody>
          <a:bodyPr>
            <a:normAutofit fontScale="92500" lnSpcReduction="20000"/>
          </a:bodyPr>
          <a:lstStyle/>
          <a:p>
            <a:pPr marL="0" indent="0">
              <a:lnSpc>
                <a:spcPct val="100000"/>
              </a:lnSpc>
              <a:spcBef>
                <a:spcPts val="105"/>
              </a:spcBef>
              <a:buNone/>
              <a:tabLst>
                <a:tab pos="354965" algn="l"/>
                <a:tab pos="1745614" algn="l"/>
                <a:tab pos="3128010" algn="l"/>
                <a:tab pos="4283075" algn="l"/>
                <a:tab pos="4973320" algn="l"/>
                <a:tab pos="5987415" algn="l"/>
                <a:tab pos="6641465" algn="l"/>
                <a:tab pos="8002270" algn="l"/>
                <a:tab pos="8965565" algn="l"/>
                <a:tab pos="10355580" algn="l"/>
              </a:tabLst>
            </a:pPr>
            <a:r>
              <a:rPr lang="id-ID" b="1" spc="-10" dirty="0">
                <a:latin typeface="Bahnschrift" panose="020B0502040204020203" pitchFamily="34" charset="0"/>
                <a:cs typeface="Roboto"/>
              </a:rPr>
              <a:t>TEKNIS PELAKSANAAN</a:t>
            </a:r>
          </a:p>
          <a:p>
            <a:pPr marL="12700">
              <a:lnSpc>
                <a:spcPct val="100000"/>
              </a:lnSpc>
              <a:spcBef>
                <a:spcPts val="105"/>
              </a:spcBef>
              <a:tabLst>
                <a:tab pos="354965" algn="l"/>
                <a:tab pos="1745614" algn="l"/>
                <a:tab pos="3128010" algn="l"/>
                <a:tab pos="4283075" algn="l"/>
                <a:tab pos="4973320" algn="l"/>
                <a:tab pos="5987415" algn="l"/>
                <a:tab pos="6641465" algn="l"/>
                <a:tab pos="8002270" algn="l"/>
                <a:tab pos="8965565" algn="l"/>
                <a:tab pos="10355580" algn="l"/>
              </a:tabLst>
            </a:pPr>
            <a:endParaRPr lang="id-ID" b="1" spc="-10" dirty="0">
              <a:latin typeface="Bahnschrift" panose="020B0502040204020203" pitchFamily="34" charset="0"/>
              <a:cs typeface="Roboto"/>
            </a:endParaRPr>
          </a:p>
          <a:p>
            <a:pPr marL="354965" indent="-342265">
              <a:lnSpc>
                <a:spcPct val="100000"/>
              </a:lnSpc>
              <a:spcBef>
                <a:spcPts val="105"/>
              </a:spcBef>
              <a:buFont typeface="Wingdings" panose="05000000000000000000" pitchFamily="2" charset="2"/>
              <a:buChar char="Ø"/>
              <a:tabLst>
                <a:tab pos="354965" algn="l"/>
                <a:tab pos="1745614" algn="l"/>
                <a:tab pos="3128010" algn="l"/>
                <a:tab pos="4283075" algn="l"/>
                <a:tab pos="4973320" algn="l"/>
                <a:tab pos="5987415" algn="l"/>
                <a:tab pos="6641465" algn="l"/>
                <a:tab pos="8002270" algn="l"/>
                <a:tab pos="8965565" algn="l"/>
                <a:tab pos="10355580" algn="l"/>
              </a:tabLst>
            </a:pPr>
            <a:r>
              <a:rPr lang="en-ID" sz="1400" dirty="0">
                <a:latin typeface="Bahnschrift" panose="020B0502040204020203" pitchFamily="34" charset="0"/>
                <a:cs typeface="Roboto"/>
              </a:rPr>
              <a:t>PETEMBAK WAJIB MENANDATANGANI SASARAN/LESAN TAERGET SESUAI LAJUR DAN GELOMBANGNYA</a:t>
            </a:r>
          </a:p>
          <a:p>
            <a:pPr marL="354965" indent="-342265">
              <a:lnSpc>
                <a:spcPct val="100000"/>
              </a:lnSpc>
              <a:spcBef>
                <a:spcPts val="105"/>
              </a:spcBef>
              <a:buFont typeface="Wingdings" panose="05000000000000000000" pitchFamily="2" charset="2"/>
              <a:buChar char="Ø"/>
              <a:tabLst>
                <a:tab pos="354965" algn="l"/>
                <a:tab pos="1745614" algn="l"/>
                <a:tab pos="3128010" algn="l"/>
                <a:tab pos="4283075" algn="l"/>
                <a:tab pos="4973320" algn="l"/>
                <a:tab pos="5987415" algn="l"/>
                <a:tab pos="6641465" algn="l"/>
                <a:tab pos="8002270" algn="l"/>
                <a:tab pos="8965565" algn="l"/>
                <a:tab pos="10355580" algn="l"/>
              </a:tabLst>
            </a:pPr>
            <a:endParaRPr lang="en-ID" sz="1400" dirty="0">
              <a:latin typeface="Bahnschrift" panose="020B0502040204020203" pitchFamily="34" charset="0"/>
              <a:cs typeface="Roboto"/>
            </a:endParaRPr>
          </a:p>
          <a:p>
            <a:pPr marL="354965" indent="-342265">
              <a:lnSpc>
                <a:spcPct val="100000"/>
              </a:lnSpc>
              <a:spcBef>
                <a:spcPts val="105"/>
              </a:spcBef>
              <a:buFont typeface="Wingdings" panose="05000000000000000000" pitchFamily="2" charset="2"/>
              <a:buChar char="Ø"/>
              <a:tabLst>
                <a:tab pos="354965" algn="l"/>
                <a:tab pos="1745614" algn="l"/>
                <a:tab pos="3128010" algn="l"/>
                <a:tab pos="4283075" algn="l"/>
                <a:tab pos="4973320" algn="l"/>
                <a:tab pos="5987415" algn="l"/>
                <a:tab pos="6641465" algn="l"/>
                <a:tab pos="8002270" algn="l"/>
                <a:tab pos="8965565" algn="l"/>
                <a:tab pos="10355580" algn="l"/>
              </a:tabLst>
            </a:pPr>
            <a:r>
              <a:rPr lang="en-ID" sz="1400" dirty="0">
                <a:latin typeface="Bahnschrift" panose="020B0502040204020203" pitchFamily="34" charset="0"/>
                <a:cs typeface="Roboto"/>
              </a:rPr>
              <a:t>PESERTA MEMASUKI GARIS PENEMBAKAN SESUAI DENGAN LAJUR DAN GELOMBANG</a:t>
            </a:r>
          </a:p>
          <a:p>
            <a:pPr marL="12700" indent="0">
              <a:lnSpc>
                <a:spcPct val="100000"/>
              </a:lnSpc>
              <a:spcBef>
                <a:spcPts val="105"/>
              </a:spcBef>
              <a:buNone/>
              <a:tabLst>
                <a:tab pos="354965" algn="l"/>
                <a:tab pos="1745614" algn="l"/>
                <a:tab pos="3128010" algn="l"/>
                <a:tab pos="4283075" algn="l"/>
                <a:tab pos="4973320" algn="l"/>
                <a:tab pos="5987415" algn="l"/>
                <a:tab pos="6641465" algn="l"/>
                <a:tab pos="8002270" algn="l"/>
                <a:tab pos="8965565" algn="l"/>
                <a:tab pos="10355580" algn="l"/>
              </a:tabLst>
            </a:pPr>
            <a:endParaRPr lang="en-ID" sz="1400" dirty="0">
              <a:latin typeface="Bahnschrift" panose="020B0502040204020203" pitchFamily="34" charset="0"/>
              <a:cs typeface="Roboto"/>
            </a:endParaRPr>
          </a:p>
          <a:p>
            <a:pPr marL="354965" indent="-342265">
              <a:spcBef>
                <a:spcPts val="105"/>
              </a:spcBef>
              <a:buFont typeface="Wingdings" panose="05000000000000000000" pitchFamily="2" charset="2"/>
              <a:buChar char="Ø"/>
              <a:tabLst>
                <a:tab pos="354965" algn="l"/>
                <a:tab pos="1745614" algn="l"/>
                <a:tab pos="3128010" algn="l"/>
                <a:tab pos="4283075" algn="l"/>
                <a:tab pos="4973320" algn="l"/>
                <a:tab pos="5987415" algn="l"/>
                <a:tab pos="6641465" algn="l"/>
                <a:tab pos="8002270" algn="l"/>
                <a:tab pos="8965565" algn="l"/>
                <a:tab pos="10355580" algn="l"/>
              </a:tabLst>
            </a:pPr>
            <a:r>
              <a:rPr lang="en-ID" sz="1400" spc="-10" dirty="0">
                <a:latin typeface="Bahnschrift" panose="020B0502040204020203" pitchFamily="34" charset="0"/>
                <a:cs typeface="Roboto"/>
              </a:rPr>
              <a:t>PETEMBAK</a:t>
            </a:r>
            <a:r>
              <a:rPr lang="id-ID" sz="1400" spc="-10" dirty="0">
                <a:latin typeface="Bahnschrift" panose="020B0502040204020203" pitchFamily="34" charset="0"/>
                <a:cs typeface="Roboto"/>
              </a:rPr>
              <a:t> </a:t>
            </a:r>
            <a:r>
              <a:rPr lang="en-ID" sz="1400" spc="-10" dirty="0">
                <a:latin typeface="Bahnschrift" panose="020B0502040204020203" pitchFamily="34" charset="0"/>
                <a:cs typeface="Roboto"/>
              </a:rPr>
              <a:t>PERSIAPAN</a:t>
            </a:r>
            <a:r>
              <a:rPr lang="id-ID" sz="1400" spc="-10" dirty="0">
                <a:latin typeface="Bahnschrift" panose="020B0502040204020203" pitchFamily="34" charset="0"/>
                <a:cs typeface="Roboto"/>
              </a:rPr>
              <a:t> </a:t>
            </a:r>
            <a:r>
              <a:rPr lang="en-ID" sz="1400" spc="-10" dirty="0">
                <a:latin typeface="Bahnschrift" panose="020B0502040204020203" pitchFamily="34" charset="0"/>
                <a:cs typeface="Roboto"/>
              </a:rPr>
              <a:t>(PASANG</a:t>
            </a:r>
            <a:r>
              <a:rPr lang="id-ID" sz="1400" spc="-10" dirty="0">
                <a:latin typeface="Bahnschrift" panose="020B0502040204020203" pitchFamily="34" charset="0"/>
                <a:cs typeface="Roboto"/>
              </a:rPr>
              <a:t> </a:t>
            </a:r>
            <a:r>
              <a:rPr lang="en-ID" sz="1400" spc="-20" dirty="0">
                <a:latin typeface="Bahnschrift" panose="020B0502040204020203" pitchFamily="34" charset="0"/>
                <a:cs typeface="Roboto"/>
              </a:rPr>
              <a:t>T</a:t>
            </a:r>
            <a:r>
              <a:rPr lang="id-ID" sz="1400" spc="-20" dirty="0">
                <a:latin typeface="Bahnschrift" panose="020B0502040204020203" pitchFamily="34" charset="0"/>
                <a:cs typeface="Roboto"/>
              </a:rPr>
              <a:t>U</a:t>
            </a:r>
            <a:r>
              <a:rPr lang="en-ID" sz="1400" spc="-20" dirty="0">
                <a:latin typeface="Bahnschrift" panose="020B0502040204020203" pitchFamily="34" charset="0"/>
                <a:cs typeface="Roboto"/>
              </a:rPr>
              <a:t>TUP</a:t>
            </a:r>
            <a:r>
              <a:rPr lang="id-ID" sz="1400" spc="-20" dirty="0">
                <a:latin typeface="Bahnschrift" panose="020B0502040204020203" pitchFamily="34" charset="0"/>
                <a:cs typeface="Roboto"/>
              </a:rPr>
              <a:t> </a:t>
            </a:r>
            <a:r>
              <a:rPr lang="en-ID" sz="1400" spc="-10" dirty="0">
                <a:latin typeface="Bahnschrift" panose="020B0502040204020203" pitchFamily="34" charset="0"/>
                <a:cs typeface="Roboto"/>
              </a:rPr>
              <a:t>TELINGA</a:t>
            </a:r>
            <a:r>
              <a:rPr lang="id-ID" sz="1400" spc="-10" dirty="0">
                <a:latin typeface="Bahnschrift" panose="020B0502040204020203" pitchFamily="34" charset="0"/>
                <a:cs typeface="Roboto"/>
              </a:rPr>
              <a:t> </a:t>
            </a:r>
            <a:r>
              <a:rPr lang="en-ID" sz="1400" spc="-25" dirty="0">
                <a:latin typeface="Bahnschrift" panose="020B0502040204020203" pitchFamily="34" charset="0"/>
                <a:cs typeface="Roboto"/>
              </a:rPr>
              <a:t>DAN</a:t>
            </a:r>
            <a:r>
              <a:rPr lang="id-ID" sz="1400" spc="-25" dirty="0">
                <a:latin typeface="Bahnschrift" panose="020B0502040204020203" pitchFamily="34" charset="0"/>
                <a:cs typeface="Roboto"/>
              </a:rPr>
              <a:t> </a:t>
            </a:r>
            <a:r>
              <a:rPr lang="en-ID" sz="1400" spc="-10" dirty="0">
                <a:latin typeface="Bahnschrift" panose="020B0502040204020203" pitchFamily="34" charset="0"/>
                <a:cs typeface="Roboto"/>
              </a:rPr>
              <a:t>PELINDUNG</a:t>
            </a:r>
            <a:r>
              <a:rPr lang="id-ID" sz="1400" spc="-10" dirty="0">
                <a:latin typeface="Bahnschrift" panose="020B0502040204020203" pitchFamily="34" charset="0"/>
                <a:cs typeface="Roboto"/>
              </a:rPr>
              <a:t> </a:t>
            </a:r>
            <a:r>
              <a:rPr lang="en-ID" sz="1400" spc="-10" dirty="0">
                <a:latin typeface="Bahnschrift" panose="020B0502040204020203" pitchFamily="34" charset="0"/>
                <a:cs typeface="Roboto"/>
              </a:rPr>
              <a:t>MATA),</a:t>
            </a:r>
            <a:r>
              <a:rPr lang="id-ID" sz="1400" spc="-10" dirty="0">
                <a:latin typeface="Bahnschrift" panose="020B0502040204020203" pitchFamily="34" charset="0"/>
                <a:cs typeface="Roboto"/>
              </a:rPr>
              <a:t> </a:t>
            </a:r>
            <a:r>
              <a:rPr lang="en-ID" sz="1400" spc="-10" dirty="0">
                <a:latin typeface="Bahnschrift" panose="020B0502040204020203" pitchFamily="34" charset="0"/>
                <a:cs typeface="Roboto"/>
              </a:rPr>
              <a:t>PETEMBAK</a:t>
            </a:r>
            <a:r>
              <a:rPr lang="id-ID" sz="1400" spc="-10" dirty="0">
                <a:latin typeface="Bahnschrift" panose="020B0502040204020203" pitchFamily="34" charset="0"/>
                <a:cs typeface="Roboto"/>
              </a:rPr>
              <a:t> </a:t>
            </a:r>
            <a:r>
              <a:rPr lang="en-ID" sz="1400" spc="-20" dirty="0">
                <a:latin typeface="Bahnschrift" panose="020B0502040204020203" pitchFamily="34" charset="0"/>
                <a:cs typeface="Roboto"/>
              </a:rPr>
              <a:t>AKAN</a:t>
            </a:r>
            <a:r>
              <a:rPr lang="id-ID" sz="1400" spc="-20" dirty="0">
                <a:latin typeface="Bahnschrift" panose="020B0502040204020203" pitchFamily="34" charset="0"/>
                <a:cs typeface="Roboto"/>
              </a:rPr>
              <a:t> </a:t>
            </a:r>
            <a:r>
              <a:rPr lang="en-ID" sz="1400" spc="-10" dirty="0">
                <a:latin typeface="Bahnschrift" panose="020B0502040204020203" pitchFamily="34" charset="0"/>
                <a:cs typeface="Roboto"/>
              </a:rPr>
              <a:t>MELAKSANAKAN</a:t>
            </a:r>
            <a:r>
              <a:rPr lang="en-ID" sz="1400" spc="-55" dirty="0">
                <a:latin typeface="Bahnschrift" panose="020B0502040204020203" pitchFamily="34" charset="0"/>
                <a:cs typeface="Roboto"/>
              </a:rPr>
              <a:t> </a:t>
            </a:r>
            <a:r>
              <a:rPr lang="en-ID" sz="1400" dirty="0">
                <a:latin typeface="Bahnschrift" panose="020B0502040204020203" pitchFamily="34" charset="0"/>
                <a:cs typeface="Roboto"/>
              </a:rPr>
              <a:t>2</a:t>
            </a:r>
            <a:r>
              <a:rPr lang="en-ID" sz="1400" spc="-40" dirty="0">
                <a:latin typeface="Bahnschrift" panose="020B0502040204020203" pitchFamily="34" charset="0"/>
                <a:cs typeface="Roboto"/>
              </a:rPr>
              <a:t> </a:t>
            </a:r>
            <a:r>
              <a:rPr lang="en-ID" sz="1400" dirty="0">
                <a:latin typeface="Bahnschrift" panose="020B0502040204020203" pitchFamily="34" charset="0"/>
                <a:cs typeface="Roboto"/>
              </a:rPr>
              <a:t>KALI</a:t>
            </a:r>
            <a:r>
              <a:rPr lang="en-ID" sz="1400" spc="-55" dirty="0">
                <a:latin typeface="Bahnschrift" panose="020B0502040204020203" pitchFamily="34" charset="0"/>
                <a:cs typeface="Roboto"/>
              </a:rPr>
              <a:t> </a:t>
            </a:r>
            <a:r>
              <a:rPr lang="en-ID" sz="1400" dirty="0">
                <a:latin typeface="Bahnschrift" panose="020B0502040204020203" pitchFamily="34" charset="0"/>
                <a:cs typeface="Roboto"/>
              </a:rPr>
              <a:t>TEMBAKAN,</a:t>
            </a:r>
            <a:r>
              <a:rPr lang="en-ID" sz="1400" spc="-60" dirty="0">
                <a:latin typeface="Bahnschrift" panose="020B0502040204020203" pitchFamily="34" charset="0"/>
                <a:cs typeface="Roboto"/>
              </a:rPr>
              <a:t> </a:t>
            </a:r>
            <a:r>
              <a:rPr lang="en-ID" sz="1400" dirty="0">
                <a:latin typeface="Bahnschrift" panose="020B0502040204020203" pitchFamily="34" charset="0"/>
                <a:cs typeface="Roboto"/>
              </a:rPr>
              <a:t>TEMBAKAN</a:t>
            </a:r>
            <a:r>
              <a:rPr lang="en-ID" sz="1400" spc="-45" dirty="0">
                <a:latin typeface="Bahnschrift" panose="020B0502040204020203" pitchFamily="34" charset="0"/>
                <a:cs typeface="Roboto"/>
              </a:rPr>
              <a:t> </a:t>
            </a:r>
            <a:r>
              <a:rPr lang="en-ID" sz="1400" dirty="0">
                <a:latin typeface="Bahnschrift" panose="020B0502040204020203" pitchFamily="34" charset="0"/>
                <a:cs typeface="Roboto"/>
              </a:rPr>
              <a:t>PERCOBAAN</a:t>
            </a:r>
            <a:r>
              <a:rPr lang="en-ID" sz="1400" spc="-45" dirty="0">
                <a:latin typeface="Bahnschrift" panose="020B0502040204020203" pitchFamily="34" charset="0"/>
                <a:cs typeface="Roboto"/>
              </a:rPr>
              <a:t> </a:t>
            </a:r>
            <a:r>
              <a:rPr lang="en-ID" sz="1400" dirty="0">
                <a:latin typeface="Bahnschrift" panose="020B0502040204020203" pitchFamily="34" charset="0"/>
                <a:cs typeface="Roboto"/>
              </a:rPr>
              <a:t>DAN</a:t>
            </a:r>
            <a:r>
              <a:rPr lang="en-ID" sz="1400" spc="-35" dirty="0">
                <a:latin typeface="Bahnschrift" panose="020B0502040204020203" pitchFamily="34" charset="0"/>
                <a:cs typeface="Roboto"/>
              </a:rPr>
              <a:t> </a:t>
            </a:r>
            <a:r>
              <a:rPr lang="en-ID" sz="1400" dirty="0">
                <a:latin typeface="Bahnschrift" panose="020B0502040204020203" pitchFamily="34" charset="0"/>
                <a:cs typeface="Roboto"/>
              </a:rPr>
              <a:t>SLOW</a:t>
            </a:r>
            <a:r>
              <a:rPr lang="en-ID" sz="1400" spc="-40" dirty="0">
                <a:latin typeface="Bahnschrift" panose="020B0502040204020203" pitchFamily="34" charset="0"/>
                <a:cs typeface="Roboto"/>
              </a:rPr>
              <a:t> </a:t>
            </a:r>
            <a:r>
              <a:rPr lang="en-ID" sz="1400" spc="-10" dirty="0">
                <a:latin typeface="Bahnschrift" panose="020B0502040204020203" pitchFamily="34" charset="0"/>
                <a:cs typeface="Roboto"/>
              </a:rPr>
              <a:t>FIRE.</a:t>
            </a:r>
            <a:endParaRPr lang="en-ID" sz="1400" dirty="0">
              <a:latin typeface="Bahnschrift" panose="020B0502040204020203" pitchFamily="34" charset="0"/>
              <a:cs typeface="Roboto"/>
            </a:endParaRPr>
          </a:p>
          <a:p>
            <a:pPr marL="354965" indent="-342265">
              <a:lnSpc>
                <a:spcPct val="100000"/>
              </a:lnSpc>
              <a:spcBef>
                <a:spcPts val="1320"/>
              </a:spcBef>
              <a:buFont typeface="Wingdings" panose="05000000000000000000" pitchFamily="2" charset="2"/>
              <a:buChar char="Ø"/>
              <a:tabLst>
                <a:tab pos="354965" algn="l"/>
              </a:tabLst>
            </a:pPr>
            <a:r>
              <a:rPr lang="en-ID" sz="1400" spc="-25" dirty="0">
                <a:latin typeface="Bahnschrift" panose="020B0502040204020203" pitchFamily="34" charset="0"/>
                <a:cs typeface="Roboto"/>
              </a:rPr>
              <a:t>“PASANG</a:t>
            </a:r>
            <a:r>
              <a:rPr lang="en-ID" sz="1400" spc="-90" dirty="0">
                <a:latin typeface="Bahnschrift" panose="020B0502040204020203" pitchFamily="34" charset="0"/>
                <a:cs typeface="Roboto"/>
              </a:rPr>
              <a:t> </a:t>
            </a:r>
            <a:r>
              <a:rPr lang="en-ID" sz="1400" dirty="0">
                <a:latin typeface="Bahnschrift" panose="020B0502040204020203" pitchFamily="34" charset="0"/>
                <a:cs typeface="Roboto"/>
              </a:rPr>
              <a:t>MAGAZEN</a:t>
            </a:r>
            <a:r>
              <a:rPr lang="en-ID" sz="1400" spc="-75" dirty="0">
                <a:latin typeface="Bahnschrift" panose="020B0502040204020203" pitchFamily="34" charset="0"/>
                <a:cs typeface="Roboto"/>
              </a:rPr>
              <a:t> </a:t>
            </a:r>
            <a:r>
              <a:rPr lang="en-ID" sz="1400" dirty="0">
                <a:latin typeface="Bahnschrift" panose="020B0502040204020203" pitchFamily="34" charset="0"/>
                <a:cs typeface="Roboto"/>
              </a:rPr>
              <a:t>LETAKAN</a:t>
            </a:r>
            <a:r>
              <a:rPr lang="en-ID" sz="1400" spc="-80" dirty="0">
                <a:latin typeface="Bahnschrift" panose="020B0502040204020203" pitchFamily="34" charset="0"/>
                <a:cs typeface="Roboto"/>
              </a:rPr>
              <a:t> </a:t>
            </a:r>
            <a:r>
              <a:rPr lang="en-ID" sz="1400" dirty="0">
                <a:latin typeface="Bahnschrift" panose="020B0502040204020203" pitchFamily="34" charset="0"/>
                <a:cs typeface="Roboto"/>
              </a:rPr>
              <a:t>SENJATA</a:t>
            </a:r>
            <a:r>
              <a:rPr lang="en-ID" sz="1400" spc="-60" dirty="0">
                <a:latin typeface="Bahnschrift" panose="020B0502040204020203" pitchFamily="34" charset="0"/>
                <a:cs typeface="Roboto"/>
              </a:rPr>
              <a:t> </a:t>
            </a:r>
            <a:r>
              <a:rPr lang="en-ID" sz="1400" dirty="0">
                <a:latin typeface="Bahnschrift" panose="020B0502040204020203" pitchFamily="34" charset="0"/>
                <a:cs typeface="Roboto"/>
              </a:rPr>
              <a:t>DI</a:t>
            </a:r>
            <a:r>
              <a:rPr lang="en-ID" sz="1400" spc="-50" dirty="0">
                <a:latin typeface="Bahnschrift" panose="020B0502040204020203" pitchFamily="34" charset="0"/>
                <a:cs typeface="Roboto"/>
              </a:rPr>
              <a:t> </a:t>
            </a:r>
            <a:r>
              <a:rPr lang="en-ID" sz="1400" spc="-10" dirty="0">
                <a:latin typeface="Bahnschrift" panose="020B0502040204020203" pitchFamily="34" charset="0"/>
                <a:cs typeface="Roboto"/>
              </a:rPr>
              <a:t>MEJA".</a:t>
            </a:r>
            <a:endParaRPr lang="en-ID" sz="1400" dirty="0">
              <a:latin typeface="Bahnschrift" panose="020B0502040204020203" pitchFamily="34" charset="0"/>
              <a:cs typeface="Roboto"/>
            </a:endParaRPr>
          </a:p>
          <a:p>
            <a:pPr marL="354965" indent="-342265">
              <a:lnSpc>
                <a:spcPct val="100000"/>
              </a:lnSpc>
              <a:spcBef>
                <a:spcPts val="1440"/>
              </a:spcBef>
              <a:buFont typeface="Wingdings" panose="05000000000000000000" pitchFamily="2" charset="2"/>
              <a:buChar char="Ø"/>
              <a:tabLst>
                <a:tab pos="354965" algn="l"/>
              </a:tabLst>
            </a:pPr>
            <a:r>
              <a:rPr lang="en-ID" sz="1400" dirty="0">
                <a:latin typeface="Bahnschrift" panose="020B0502040204020203" pitchFamily="34" charset="0"/>
                <a:cs typeface="Roboto"/>
              </a:rPr>
              <a:t>PETEMBAK</a:t>
            </a:r>
            <a:r>
              <a:rPr lang="en-ID" sz="1400" spc="-95" dirty="0">
                <a:latin typeface="Bahnschrift" panose="020B0502040204020203" pitchFamily="34" charset="0"/>
                <a:cs typeface="Roboto"/>
              </a:rPr>
              <a:t> </a:t>
            </a:r>
            <a:r>
              <a:rPr lang="en-ID" sz="1400" spc="-40" dirty="0">
                <a:latin typeface="Bahnschrift" panose="020B0502040204020203" pitchFamily="34" charset="0"/>
                <a:cs typeface="Roboto"/>
              </a:rPr>
              <a:t>SIAP?,</a:t>
            </a:r>
            <a:r>
              <a:rPr lang="en-ID" sz="1400" spc="-80" dirty="0">
                <a:latin typeface="Bahnschrift" panose="020B0502040204020203" pitchFamily="34" charset="0"/>
                <a:cs typeface="Roboto"/>
              </a:rPr>
              <a:t> </a:t>
            </a:r>
            <a:r>
              <a:rPr lang="en-ID" sz="1400" spc="-55" dirty="0">
                <a:latin typeface="Bahnschrift" panose="020B0502040204020203" pitchFamily="34" charset="0"/>
                <a:cs typeface="Roboto"/>
              </a:rPr>
              <a:t>“STANDBY”</a:t>
            </a:r>
            <a:r>
              <a:rPr lang="en-ID" sz="1400" spc="-70" dirty="0">
                <a:latin typeface="Bahnschrift" panose="020B0502040204020203" pitchFamily="34" charset="0"/>
                <a:cs typeface="Roboto"/>
              </a:rPr>
              <a:t> </a:t>
            </a:r>
            <a:r>
              <a:rPr lang="en-ID" sz="1400" dirty="0">
                <a:latin typeface="Bahnschrift" panose="020B0502040204020203" pitchFamily="34" charset="0"/>
                <a:cs typeface="Roboto"/>
              </a:rPr>
              <a:t>PETEMBAK</a:t>
            </a:r>
            <a:r>
              <a:rPr lang="en-ID" sz="1400" spc="-85" dirty="0">
                <a:latin typeface="Bahnschrift" panose="020B0502040204020203" pitchFamily="34" charset="0"/>
                <a:cs typeface="Roboto"/>
              </a:rPr>
              <a:t> </a:t>
            </a:r>
            <a:r>
              <a:rPr lang="en-ID" sz="1400" dirty="0">
                <a:latin typeface="Bahnschrift" panose="020B0502040204020203" pitchFamily="34" charset="0"/>
                <a:cs typeface="Roboto"/>
              </a:rPr>
              <a:t>MENGANGKAT</a:t>
            </a:r>
            <a:r>
              <a:rPr lang="en-ID" sz="1400" spc="-85" dirty="0">
                <a:latin typeface="Bahnschrift" panose="020B0502040204020203" pitchFamily="34" charset="0"/>
                <a:cs typeface="Roboto"/>
              </a:rPr>
              <a:t> </a:t>
            </a:r>
            <a:r>
              <a:rPr lang="en-ID" sz="1400" dirty="0">
                <a:latin typeface="Bahnschrift" panose="020B0502040204020203" pitchFamily="34" charset="0"/>
                <a:cs typeface="Roboto"/>
              </a:rPr>
              <a:t>KEDUA</a:t>
            </a:r>
            <a:r>
              <a:rPr lang="en-ID" sz="1400" spc="-15" dirty="0">
                <a:latin typeface="Bahnschrift" panose="020B0502040204020203" pitchFamily="34" charset="0"/>
                <a:cs typeface="Roboto"/>
              </a:rPr>
              <a:t> </a:t>
            </a:r>
            <a:r>
              <a:rPr lang="en-ID" sz="1400" dirty="0">
                <a:latin typeface="Bahnschrift" panose="020B0502040204020203" pitchFamily="34" charset="0"/>
                <a:cs typeface="Roboto"/>
              </a:rPr>
              <a:t>TANGAN</a:t>
            </a:r>
            <a:r>
              <a:rPr lang="en-ID" sz="1400" spc="-35" dirty="0">
                <a:latin typeface="Bahnschrift" panose="020B0502040204020203" pitchFamily="34" charset="0"/>
                <a:cs typeface="Roboto"/>
              </a:rPr>
              <a:t> </a:t>
            </a:r>
            <a:r>
              <a:rPr lang="en-ID" sz="1400" dirty="0">
                <a:latin typeface="Bahnschrift" panose="020B0502040204020203" pitchFamily="34" charset="0"/>
                <a:cs typeface="Roboto"/>
              </a:rPr>
              <a:t>SETINGGI</a:t>
            </a:r>
            <a:r>
              <a:rPr lang="en-ID" sz="1400" spc="-55" dirty="0">
                <a:latin typeface="Bahnschrift" panose="020B0502040204020203" pitchFamily="34" charset="0"/>
                <a:cs typeface="Roboto"/>
              </a:rPr>
              <a:t> </a:t>
            </a:r>
            <a:r>
              <a:rPr lang="en-ID" sz="1400" spc="-10" dirty="0">
                <a:latin typeface="Bahnschrift" panose="020B0502040204020203" pitchFamily="34" charset="0"/>
                <a:cs typeface="Roboto"/>
              </a:rPr>
              <a:t>BAHU.</a:t>
            </a:r>
            <a:endParaRPr lang="id-ID" sz="1400" spc="-10" dirty="0">
              <a:latin typeface="Bahnschrift" panose="020B0502040204020203" pitchFamily="34" charset="0"/>
              <a:cs typeface="Roboto"/>
            </a:endParaRPr>
          </a:p>
          <a:p>
            <a:pPr marL="354965" indent="-342265">
              <a:lnSpc>
                <a:spcPct val="100000"/>
              </a:lnSpc>
              <a:spcBef>
                <a:spcPts val="1440"/>
              </a:spcBef>
              <a:buFont typeface="Wingdings" panose="05000000000000000000" pitchFamily="2" charset="2"/>
              <a:buChar char="Ø"/>
              <a:tabLst>
                <a:tab pos="354965" algn="l"/>
              </a:tabLst>
            </a:pPr>
            <a:r>
              <a:rPr lang="en-ID" sz="1400" dirty="0">
                <a:latin typeface="Bahnschrift" panose="020B0502040204020203" pitchFamily="34" charset="0"/>
                <a:cs typeface="Roboto"/>
              </a:rPr>
              <a:t>“FIRE”</a:t>
            </a:r>
            <a:r>
              <a:rPr lang="en-ID" sz="1400" spc="-80" dirty="0">
                <a:latin typeface="Bahnschrift" panose="020B0502040204020203" pitchFamily="34" charset="0"/>
                <a:cs typeface="Roboto"/>
              </a:rPr>
              <a:t> </a:t>
            </a:r>
            <a:r>
              <a:rPr lang="en-ID" sz="1400" dirty="0">
                <a:latin typeface="Bahnschrift" panose="020B0502040204020203" pitchFamily="34" charset="0"/>
                <a:cs typeface="Roboto"/>
              </a:rPr>
              <a:t>PETEMBAK</a:t>
            </a:r>
            <a:r>
              <a:rPr lang="en-ID" sz="1400" spc="-100" dirty="0">
                <a:latin typeface="Bahnschrift" panose="020B0502040204020203" pitchFamily="34" charset="0"/>
                <a:cs typeface="Roboto"/>
              </a:rPr>
              <a:t> </a:t>
            </a:r>
            <a:r>
              <a:rPr lang="en-ID" sz="1400" dirty="0">
                <a:latin typeface="Bahnschrift" panose="020B0502040204020203" pitchFamily="34" charset="0"/>
                <a:cs typeface="Roboto"/>
              </a:rPr>
              <a:t>MENGISI</a:t>
            </a:r>
            <a:r>
              <a:rPr lang="en-ID" sz="1400" spc="-85" dirty="0">
                <a:latin typeface="Bahnschrift" panose="020B0502040204020203" pitchFamily="34" charset="0"/>
                <a:cs typeface="Roboto"/>
              </a:rPr>
              <a:t> </a:t>
            </a:r>
            <a:r>
              <a:rPr lang="en-ID" sz="1400" spc="-10" dirty="0">
                <a:latin typeface="Bahnschrift" panose="020B0502040204020203" pitchFamily="34" charset="0"/>
                <a:cs typeface="Roboto"/>
              </a:rPr>
              <a:t>SENJATA</a:t>
            </a:r>
            <a:r>
              <a:rPr lang="en-ID" sz="1400" spc="-65" dirty="0">
                <a:latin typeface="Bahnschrift" panose="020B0502040204020203" pitchFamily="34" charset="0"/>
                <a:cs typeface="Roboto"/>
              </a:rPr>
              <a:t> </a:t>
            </a:r>
            <a:r>
              <a:rPr lang="en-ID" sz="1400" spc="-20" dirty="0">
                <a:latin typeface="Bahnschrift" panose="020B0502040204020203" pitchFamily="34" charset="0"/>
                <a:cs typeface="Roboto"/>
              </a:rPr>
              <a:t>DAN</a:t>
            </a:r>
            <a:r>
              <a:rPr lang="en-ID" sz="1400" spc="-90" dirty="0">
                <a:latin typeface="Bahnschrift" panose="020B0502040204020203" pitchFamily="34" charset="0"/>
                <a:cs typeface="Roboto"/>
              </a:rPr>
              <a:t> </a:t>
            </a:r>
            <a:r>
              <a:rPr lang="en-ID" sz="1400" dirty="0">
                <a:latin typeface="Bahnschrift" panose="020B0502040204020203" pitchFamily="34" charset="0"/>
                <a:cs typeface="Roboto"/>
              </a:rPr>
              <a:t>LANGSUNG</a:t>
            </a:r>
            <a:r>
              <a:rPr lang="en-ID" sz="1400" spc="-45" dirty="0">
                <a:latin typeface="Bahnschrift" panose="020B0502040204020203" pitchFamily="34" charset="0"/>
                <a:cs typeface="Roboto"/>
              </a:rPr>
              <a:t> </a:t>
            </a:r>
            <a:r>
              <a:rPr lang="en-ID" sz="1400" spc="-10" dirty="0">
                <a:latin typeface="Bahnschrift" panose="020B0502040204020203" pitchFamily="34" charset="0"/>
                <a:cs typeface="Roboto"/>
              </a:rPr>
              <a:t>MENEMBAK.</a:t>
            </a:r>
            <a:endParaRPr lang="en-ID" sz="1400" dirty="0">
              <a:latin typeface="Bahnschrift" panose="020B0502040204020203" pitchFamily="34" charset="0"/>
              <a:cs typeface="Roboto"/>
            </a:endParaRPr>
          </a:p>
          <a:p>
            <a:pPr marL="354965" indent="-342265">
              <a:lnSpc>
                <a:spcPct val="100000"/>
              </a:lnSpc>
              <a:spcBef>
                <a:spcPts val="1265"/>
              </a:spcBef>
              <a:buFont typeface="Wingdings" panose="05000000000000000000" pitchFamily="2" charset="2"/>
              <a:buChar char="Ø"/>
              <a:tabLst>
                <a:tab pos="354965" algn="l"/>
              </a:tabLst>
            </a:pPr>
            <a:r>
              <a:rPr lang="en-ID" sz="1400" dirty="0">
                <a:latin typeface="Bahnschrift" panose="020B0502040204020203" pitchFamily="34" charset="0"/>
                <a:cs typeface="Roboto"/>
              </a:rPr>
              <a:t>TEMBAKAN</a:t>
            </a:r>
            <a:r>
              <a:rPr lang="en-ID" sz="1400" spc="114" dirty="0">
                <a:latin typeface="Bahnschrift" panose="020B0502040204020203" pitchFamily="34" charset="0"/>
                <a:cs typeface="Roboto"/>
              </a:rPr>
              <a:t> </a:t>
            </a:r>
            <a:r>
              <a:rPr lang="en-ID" sz="1400" dirty="0">
                <a:latin typeface="Bahnschrift" panose="020B0502040204020203" pitchFamily="34" charset="0"/>
                <a:cs typeface="Roboto"/>
              </a:rPr>
              <a:t>PERTAMA</a:t>
            </a:r>
            <a:r>
              <a:rPr lang="en-ID" sz="1400" spc="125" dirty="0">
                <a:latin typeface="Bahnschrift" panose="020B0502040204020203" pitchFamily="34" charset="0"/>
                <a:cs typeface="Roboto"/>
              </a:rPr>
              <a:t> </a:t>
            </a:r>
            <a:r>
              <a:rPr lang="en-ID" sz="1400" dirty="0">
                <a:latin typeface="Bahnschrift" panose="020B0502040204020203" pitchFamily="34" charset="0"/>
                <a:cs typeface="Roboto"/>
              </a:rPr>
              <a:t>UNTUK</a:t>
            </a:r>
            <a:r>
              <a:rPr lang="en-ID" sz="1400" spc="90" dirty="0">
                <a:latin typeface="Bahnschrift" panose="020B0502040204020203" pitchFamily="34" charset="0"/>
                <a:cs typeface="Roboto"/>
              </a:rPr>
              <a:t> </a:t>
            </a:r>
            <a:r>
              <a:rPr lang="en-ID" sz="1400" dirty="0">
                <a:latin typeface="Bahnschrift" panose="020B0502040204020203" pitchFamily="34" charset="0"/>
                <a:cs typeface="Roboto"/>
              </a:rPr>
              <a:t>PERCOBAAN</a:t>
            </a:r>
            <a:r>
              <a:rPr lang="en-ID" sz="1400" spc="125" dirty="0">
                <a:latin typeface="Bahnschrift" panose="020B0502040204020203" pitchFamily="34" charset="0"/>
                <a:cs typeface="Roboto"/>
              </a:rPr>
              <a:t> </a:t>
            </a:r>
            <a:r>
              <a:rPr lang="en-ID" sz="1400" dirty="0">
                <a:latin typeface="Bahnschrift" panose="020B0502040204020203" pitchFamily="34" charset="0"/>
                <a:cs typeface="Roboto"/>
              </a:rPr>
              <a:t>3</a:t>
            </a:r>
            <a:r>
              <a:rPr lang="en-ID" sz="1400" spc="140" dirty="0">
                <a:latin typeface="Bahnschrift" panose="020B0502040204020203" pitchFamily="34" charset="0"/>
                <a:cs typeface="Roboto"/>
              </a:rPr>
              <a:t> </a:t>
            </a:r>
            <a:r>
              <a:rPr lang="en-ID" sz="1400" spc="-10" dirty="0">
                <a:latin typeface="Bahnschrift" panose="020B0502040204020203" pitchFamily="34" charset="0"/>
                <a:cs typeface="Roboto"/>
              </a:rPr>
              <a:t>BUTIR DALAM WAKTU 1 MENIT.</a:t>
            </a:r>
            <a:endParaRPr lang="en-ID" sz="1400" dirty="0">
              <a:latin typeface="Bahnschrift" panose="020B0502040204020203" pitchFamily="34" charset="0"/>
              <a:cs typeface="Roboto"/>
            </a:endParaRPr>
          </a:p>
          <a:p>
            <a:pPr marL="354965" indent="-342265">
              <a:lnSpc>
                <a:spcPct val="100000"/>
              </a:lnSpc>
              <a:spcBef>
                <a:spcPts val="1315"/>
              </a:spcBef>
              <a:buFont typeface="Wingdings" panose="05000000000000000000" pitchFamily="2" charset="2"/>
              <a:buChar char="Ø"/>
              <a:tabLst>
                <a:tab pos="354965" algn="l"/>
              </a:tabLst>
            </a:pPr>
            <a:r>
              <a:rPr lang="en-ID" sz="1400" dirty="0">
                <a:latin typeface="Bahnschrift" panose="020B0502040204020203" pitchFamily="34" charset="0"/>
                <a:cs typeface="Roboto"/>
              </a:rPr>
              <a:t>TEMBAKAN</a:t>
            </a:r>
            <a:r>
              <a:rPr lang="en-ID" sz="1400" spc="45" dirty="0">
                <a:latin typeface="Bahnschrift" panose="020B0502040204020203" pitchFamily="34" charset="0"/>
                <a:cs typeface="Roboto"/>
              </a:rPr>
              <a:t> </a:t>
            </a:r>
            <a:r>
              <a:rPr lang="en-ID" sz="1400" dirty="0">
                <a:latin typeface="Bahnschrift" panose="020B0502040204020203" pitchFamily="34" charset="0"/>
                <a:cs typeface="Roboto"/>
              </a:rPr>
              <a:t>KE</a:t>
            </a:r>
            <a:r>
              <a:rPr lang="en-ID" sz="1400" spc="70" dirty="0">
                <a:latin typeface="Bahnschrift" panose="020B0502040204020203" pitchFamily="34" charset="0"/>
                <a:cs typeface="Roboto"/>
              </a:rPr>
              <a:t> </a:t>
            </a:r>
            <a:r>
              <a:rPr lang="en-ID" sz="1400" dirty="0">
                <a:latin typeface="Bahnschrift" panose="020B0502040204020203" pitchFamily="34" charset="0"/>
                <a:cs typeface="Roboto"/>
              </a:rPr>
              <a:t>DUA</a:t>
            </a:r>
            <a:r>
              <a:rPr lang="en-ID" sz="1400" spc="55" dirty="0">
                <a:latin typeface="Bahnschrift" panose="020B0502040204020203" pitchFamily="34" charset="0"/>
                <a:cs typeface="Roboto"/>
              </a:rPr>
              <a:t> </a:t>
            </a:r>
            <a:r>
              <a:rPr lang="en-ID" sz="1400" dirty="0">
                <a:latin typeface="Bahnschrift" panose="020B0502040204020203" pitchFamily="34" charset="0"/>
                <a:cs typeface="Roboto"/>
              </a:rPr>
              <a:t>SLOW</a:t>
            </a:r>
            <a:r>
              <a:rPr lang="en-ID" sz="1400" spc="60" dirty="0">
                <a:latin typeface="Bahnschrift" panose="020B0502040204020203" pitchFamily="34" charset="0"/>
                <a:cs typeface="Roboto"/>
              </a:rPr>
              <a:t> </a:t>
            </a:r>
            <a:r>
              <a:rPr lang="en-ID" sz="1400" dirty="0">
                <a:latin typeface="Bahnschrift" panose="020B0502040204020203" pitchFamily="34" charset="0"/>
                <a:cs typeface="Roboto"/>
              </a:rPr>
              <a:t>FIRE</a:t>
            </a:r>
            <a:r>
              <a:rPr lang="en-ID" sz="1400" spc="60" dirty="0">
                <a:latin typeface="Bahnschrift" panose="020B0502040204020203" pitchFamily="34" charset="0"/>
                <a:cs typeface="Roboto"/>
              </a:rPr>
              <a:t> </a:t>
            </a:r>
            <a:r>
              <a:rPr lang="en-ID" sz="1400" dirty="0">
                <a:latin typeface="Bahnschrift" panose="020B0502040204020203" pitchFamily="34" charset="0"/>
                <a:cs typeface="Roboto"/>
              </a:rPr>
              <a:t>10</a:t>
            </a:r>
            <a:r>
              <a:rPr lang="en-ID" sz="1400" spc="60" dirty="0">
                <a:latin typeface="Bahnschrift" panose="020B0502040204020203" pitchFamily="34" charset="0"/>
                <a:cs typeface="Roboto"/>
              </a:rPr>
              <a:t> </a:t>
            </a:r>
            <a:r>
              <a:rPr lang="en-ID" sz="1400" dirty="0">
                <a:latin typeface="Bahnschrift" panose="020B0502040204020203" pitchFamily="34" charset="0"/>
                <a:cs typeface="Roboto"/>
              </a:rPr>
              <a:t>BUTIR</a:t>
            </a:r>
            <a:r>
              <a:rPr lang="en-ID" sz="1400" spc="40" dirty="0">
                <a:latin typeface="Bahnschrift" panose="020B0502040204020203" pitchFamily="34" charset="0"/>
                <a:cs typeface="Roboto"/>
              </a:rPr>
              <a:t> </a:t>
            </a:r>
            <a:r>
              <a:rPr lang="en-ID" sz="1400" dirty="0">
                <a:latin typeface="Bahnschrift" panose="020B0502040204020203" pitchFamily="34" charset="0"/>
                <a:cs typeface="Roboto"/>
              </a:rPr>
              <a:t>MENEMBAK</a:t>
            </a:r>
            <a:r>
              <a:rPr lang="en-ID" sz="1400" spc="30" dirty="0">
                <a:latin typeface="Bahnschrift" panose="020B0502040204020203" pitchFamily="34" charset="0"/>
                <a:cs typeface="Roboto"/>
              </a:rPr>
              <a:t> </a:t>
            </a:r>
            <a:r>
              <a:rPr lang="en-ID" sz="1400" dirty="0">
                <a:latin typeface="Bahnschrift" panose="020B0502040204020203" pitchFamily="34" charset="0"/>
                <a:cs typeface="Roboto"/>
              </a:rPr>
              <a:t>LESSAN</a:t>
            </a:r>
            <a:r>
              <a:rPr lang="en-ID" sz="1400" spc="25" dirty="0">
                <a:latin typeface="Bahnschrift" panose="020B0502040204020203" pitchFamily="34" charset="0"/>
                <a:cs typeface="Roboto"/>
              </a:rPr>
              <a:t> </a:t>
            </a:r>
            <a:r>
              <a:rPr lang="en-ID" sz="1400" dirty="0">
                <a:latin typeface="Bahnschrift" panose="020B0502040204020203" pitchFamily="34" charset="0"/>
                <a:cs typeface="Roboto"/>
              </a:rPr>
              <a:t>L SELAMA</a:t>
            </a:r>
            <a:r>
              <a:rPr lang="en-ID" sz="1400" spc="20" dirty="0">
                <a:latin typeface="Bahnschrift" panose="020B0502040204020203" pitchFamily="34" charset="0"/>
                <a:cs typeface="Roboto"/>
              </a:rPr>
              <a:t> </a:t>
            </a:r>
            <a:r>
              <a:rPr lang="en-ID" sz="1400" dirty="0">
                <a:latin typeface="Bahnschrift" panose="020B0502040204020203" pitchFamily="34" charset="0"/>
                <a:cs typeface="Roboto"/>
              </a:rPr>
              <a:t>3</a:t>
            </a:r>
            <a:r>
              <a:rPr lang="en-ID" sz="1400" spc="5" dirty="0">
                <a:latin typeface="Bahnschrift" panose="020B0502040204020203" pitchFamily="34" charset="0"/>
                <a:cs typeface="Roboto"/>
              </a:rPr>
              <a:t> </a:t>
            </a:r>
            <a:r>
              <a:rPr lang="en-ID" sz="1400" spc="-10" dirty="0">
                <a:latin typeface="Bahnschrift" panose="020B0502040204020203" pitchFamily="34" charset="0"/>
                <a:cs typeface="Roboto"/>
              </a:rPr>
              <a:t>MENIT.</a:t>
            </a:r>
            <a:endParaRPr lang="en-ID" sz="1400" dirty="0">
              <a:latin typeface="Bahnschrift" panose="020B0502040204020203" pitchFamily="34" charset="0"/>
              <a:cs typeface="Roboto"/>
            </a:endParaRPr>
          </a:p>
          <a:p>
            <a:pPr marL="354965" indent="-342265">
              <a:lnSpc>
                <a:spcPct val="100000"/>
              </a:lnSpc>
              <a:buFont typeface="Wingdings" panose="05000000000000000000" pitchFamily="2" charset="2"/>
              <a:buChar char="Ø"/>
              <a:tabLst>
                <a:tab pos="354965" algn="l"/>
              </a:tabLst>
            </a:pPr>
            <a:r>
              <a:rPr lang="en-ID" sz="1400" dirty="0">
                <a:latin typeface="Bahnschrift" panose="020B0502040204020203" pitchFamily="34" charset="0"/>
                <a:cs typeface="Roboto"/>
              </a:rPr>
              <a:t>WAKTU</a:t>
            </a:r>
            <a:r>
              <a:rPr lang="en-ID" sz="1400" spc="-45" dirty="0">
                <a:latin typeface="Bahnschrift" panose="020B0502040204020203" pitchFamily="34" charset="0"/>
                <a:cs typeface="Roboto"/>
              </a:rPr>
              <a:t> </a:t>
            </a:r>
            <a:r>
              <a:rPr lang="en-ID" sz="1400" dirty="0">
                <a:latin typeface="Bahnschrift" panose="020B0502040204020203" pitchFamily="34" charset="0"/>
                <a:cs typeface="Roboto"/>
              </a:rPr>
              <a:t>HABIS,</a:t>
            </a:r>
            <a:r>
              <a:rPr lang="en-ID" sz="1400" spc="-65" dirty="0">
                <a:latin typeface="Bahnschrift" panose="020B0502040204020203" pitchFamily="34" charset="0"/>
                <a:cs typeface="Roboto"/>
              </a:rPr>
              <a:t> </a:t>
            </a:r>
            <a:r>
              <a:rPr lang="en-ID" sz="1400" dirty="0">
                <a:latin typeface="Bahnschrift" panose="020B0502040204020203" pitchFamily="34" charset="0"/>
                <a:cs typeface="Roboto"/>
              </a:rPr>
              <a:t>PARA</a:t>
            </a:r>
            <a:r>
              <a:rPr lang="en-ID" sz="1400" spc="-35" dirty="0">
                <a:latin typeface="Bahnschrift" panose="020B0502040204020203" pitchFamily="34" charset="0"/>
                <a:cs typeface="Roboto"/>
              </a:rPr>
              <a:t> </a:t>
            </a:r>
            <a:r>
              <a:rPr lang="en-ID" sz="1400" dirty="0">
                <a:latin typeface="Bahnschrift" panose="020B0502040204020203" pitchFamily="34" charset="0"/>
                <a:cs typeface="Roboto"/>
              </a:rPr>
              <a:t>PETEMBAK</a:t>
            </a:r>
            <a:r>
              <a:rPr lang="en-ID" sz="1400" spc="-70" dirty="0">
                <a:latin typeface="Bahnschrift" panose="020B0502040204020203" pitchFamily="34" charset="0"/>
                <a:cs typeface="Roboto"/>
              </a:rPr>
              <a:t> </a:t>
            </a:r>
            <a:r>
              <a:rPr lang="en-ID" sz="1400" dirty="0">
                <a:latin typeface="Bahnschrift" panose="020B0502040204020203" pitchFamily="34" charset="0"/>
                <a:cs typeface="Roboto"/>
              </a:rPr>
              <a:t>LEPAS</a:t>
            </a:r>
            <a:r>
              <a:rPr lang="en-ID" sz="1400" spc="-55" dirty="0">
                <a:latin typeface="Bahnschrift" panose="020B0502040204020203" pitchFamily="34" charset="0"/>
                <a:cs typeface="Roboto"/>
              </a:rPr>
              <a:t> </a:t>
            </a:r>
            <a:r>
              <a:rPr lang="en-ID" sz="1400" dirty="0">
                <a:latin typeface="Bahnschrift" panose="020B0502040204020203" pitchFamily="34" charset="0"/>
                <a:cs typeface="Roboto"/>
              </a:rPr>
              <a:t>MAGAZEN,</a:t>
            </a:r>
            <a:r>
              <a:rPr lang="en-ID" sz="1400" spc="-50" dirty="0">
                <a:latin typeface="Bahnschrift" panose="020B0502040204020203" pitchFamily="34" charset="0"/>
                <a:cs typeface="Roboto"/>
              </a:rPr>
              <a:t> </a:t>
            </a:r>
            <a:r>
              <a:rPr lang="en-ID" sz="1400" dirty="0">
                <a:latin typeface="Bahnschrift" panose="020B0502040204020203" pitchFamily="34" charset="0"/>
                <a:cs typeface="Roboto"/>
              </a:rPr>
              <a:t>&amp;</a:t>
            </a:r>
            <a:r>
              <a:rPr lang="en-ID" sz="1400" spc="-50" dirty="0">
                <a:latin typeface="Bahnschrift" panose="020B0502040204020203" pitchFamily="34" charset="0"/>
                <a:cs typeface="Roboto"/>
              </a:rPr>
              <a:t> </a:t>
            </a:r>
            <a:r>
              <a:rPr lang="en-ID" sz="1400" dirty="0">
                <a:latin typeface="Bahnschrift" panose="020B0502040204020203" pitchFamily="34" charset="0"/>
                <a:cs typeface="Roboto"/>
              </a:rPr>
              <a:t>KOSONGKAN</a:t>
            </a:r>
            <a:r>
              <a:rPr lang="en-ID" sz="1400" spc="-60" dirty="0">
                <a:latin typeface="Bahnschrift" panose="020B0502040204020203" pitchFamily="34" charset="0"/>
                <a:cs typeface="Roboto"/>
              </a:rPr>
              <a:t> </a:t>
            </a:r>
            <a:r>
              <a:rPr lang="en-ID" sz="1400" spc="-10" dirty="0">
                <a:latin typeface="Bahnschrift" panose="020B0502040204020203" pitchFamily="34" charset="0"/>
                <a:cs typeface="Roboto"/>
              </a:rPr>
              <a:t>SENJATA.</a:t>
            </a:r>
          </a:p>
          <a:p>
            <a:pPr marL="354965" indent="-342265">
              <a:lnSpc>
                <a:spcPct val="100000"/>
              </a:lnSpc>
              <a:buFont typeface="Wingdings" panose="05000000000000000000" pitchFamily="2" charset="2"/>
              <a:buChar char="Ø"/>
              <a:tabLst>
                <a:tab pos="354965" algn="l"/>
              </a:tabLst>
            </a:pPr>
            <a:r>
              <a:rPr lang="en-ID" sz="1400" spc="-10" dirty="0">
                <a:latin typeface="Bahnschrift" panose="020B0502040204020203" pitchFamily="34" charset="0"/>
                <a:cs typeface="Roboto"/>
              </a:rPr>
              <a:t>PETEMBAK MEMASUKAN SENJATA KEDALAM BOX/HOLSTER SENJATA.</a:t>
            </a:r>
          </a:p>
          <a:p>
            <a:pPr marL="354965" indent="-342265">
              <a:lnSpc>
                <a:spcPct val="100000"/>
              </a:lnSpc>
              <a:buFont typeface="Wingdings" panose="05000000000000000000" pitchFamily="2" charset="2"/>
              <a:buChar char="Ø"/>
              <a:tabLst>
                <a:tab pos="354965" algn="l"/>
              </a:tabLst>
            </a:pPr>
            <a:r>
              <a:rPr lang="en-ID" sz="1400" spc="-10" dirty="0">
                <a:latin typeface="Bahnschrift" panose="020B0502040204020203" pitchFamily="34" charset="0"/>
                <a:cs typeface="Roboto"/>
              </a:rPr>
              <a:t>PESERTA MENUJU KEMEJA PENILAIAN DAN MENANDATANGANI HASIL BLANGKO PENILAIAN.</a:t>
            </a:r>
            <a:endParaRPr lang="en-ID" sz="1400" dirty="0">
              <a:latin typeface="Bahnschrift" panose="020B0502040204020203" pitchFamily="34" charset="0"/>
              <a:cs typeface="Roboto"/>
            </a:endParaRPr>
          </a:p>
          <a:p>
            <a:pPr marL="0" indent="0">
              <a:buNone/>
            </a:pPr>
            <a:endParaRPr lang="en-ID" sz="1400" dirty="0">
              <a:latin typeface="Bahnschrift" panose="020B0502040204020203" pitchFamily="34" charset="0"/>
            </a:endParaRPr>
          </a:p>
        </p:txBody>
      </p:sp>
      <p:pic>
        <p:nvPicPr>
          <p:cNvPr id="4" name="Picture 3">
            <a:extLst>
              <a:ext uri="{FF2B5EF4-FFF2-40B4-BE49-F238E27FC236}">
                <a16:creationId xmlns:a16="http://schemas.microsoft.com/office/drawing/2014/main" id="{D6A5BEF4-8CEE-4558-9FBE-5228FC9D0E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33727" y="268941"/>
            <a:ext cx="857345" cy="764928"/>
          </a:xfrm>
          <a:prstGeom prst="rect">
            <a:avLst/>
          </a:prstGeom>
        </p:spPr>
      </p:pic>
    </p:spTree>
    <p:extLst>
      <p:ext uri="{BB962C8B-B14F-4D97-AF65-F5344CB8AC3E}">
        <p14:creationId xmlns:p14="http://schemas.microsoft.com/office/powerpoint/2010/main" val="28861824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056AF80-D967-4B43-9ECB-A9DC21EF3728}"/>
              </a:ext>
            </a:extLst>
          </p:cNvPr>
          <p:cNvSpPr>
            <a:spLocks noGrp="1"/>
          </p:cNvSpPr>
          <p:nvPr>
            <p:ph type="title"/>
          </p:nvPr>
        </p:nvSpPr>
        <p:spPr>
          <a:xfrm>
            <a:off x="838200" y="365125"/>
            <a:ext cx="10515599" cy="1508499"/>
          </a:xfrm>
        </p:spPr>
        <p:txBody>
          <a:bodyPr>
            <a:normAutofit/>
          </a:bodyPr>
          <a:lstStyle/>
          <a:p>
            <a:r>
              <a:rPr lang="id-ID" b="1" dirty="0">
                <a:latin typeface="Bahnschrift" panose="020B0502040204020203" pitchFamily="34" charset="0"/>
              </a:rPr>
              <a:t>PRESISI PISTOL 2</a:t>
            </a:r>
            <a:r>
              <a:rPr lang="en-GB" b="1" dirty="0">
                <a:latin typeface="Bahnschrift" panose="020B0502040204020203" pitchFamily="34" charset="0"/>
              </a:rPr>
              <a:t>0</a:t>
            </a:r>
            <a:r>
              <a:rPr lang="id-ID" b="1" dirty="0">
                <a:latin typeface="Bahnschrift" panose="020B0502040204020203" pitchFamily="34" charset="0"/>
              </a:rPr>
              <a:t> M</a:t>
            </a:r>
          </a:p>
        </p:txBody>
      </p:sp>
      <p:sp>
        <p:nvSpPr>
          <p:cNvPr id="3" name="Content Placeholder 2">
            <a:extLst>
              <a:ext uri="{FF2B5EF4-FFF2-40B4-BE49-F238E27FC236}">
                <a16:creationId xmlns:a16="http://schemas.microsoft.com/office/drawing/2014/main" id="{99CA71F6-13FD-477A-B705-D078A4AFDD14}"/>
              </a:ext>
            </a:extLst>
          </p:cNvPr>
          <p:cNvSpPr>
            <a:spLocks noGrp="1"/>
          </p:cNvSpPr>
          <p:nvPr>
            <p:ph idx="1"/>
          </p:nvPr>
        </p:nvSpPr>
        <p:spPr>
          <a:xfrm>
            <a:off x="833718" y="2357718"/>
            <a:ext cx="10520082" cy="4069976"/>
          </a:xfrm>
        </p:spPr>
        <p:txBody>
          <a:bodyPr>
            <a:normAutofit/>
          </a:bodyPr>
          <a:lstStyle/>
          <a:p>
            <a:pPr marL="0" indent="0">
              <a:buNone/>
            </a:pPr>
            <a:r>
              <a:rPr lang="id-ID" b="1" dirty="0">
                <a:latin typeface="Bahnschrift" panose="020B0502040204020203" pitchFamily="34" charset="0"/>
              </a:rPr>
              <a:t>METODE PENILAIAN</a:t>
            </a:r>
          </a:p>
          <a:p>
            <a:pPr marL="514350" lvl="1" indent="-285750">
              <a:buFont typeface="Wingdings" panose="05000000000000000000" pitchFamily="2" charset="2"/>
              <a:buChar char="Ø"/>
            </a:pPr>
            <a:r>
              <a:rPr lang="id-ID" sz="1400" dirty="0">
                <a:latin typeface="Bahnschrift" panose="020B0502040204020203" pitchFamily="34" charset="0"/>
              </a:rPr>
              <a:t>PERHITUNGAN NILAI DIHITUNG DARI JUMLAH PERKENAAN PADA SASARAN</a:t>
            </a:r>
          </a:p>
          <a:p>
            <a:pPr marL="514350" lvl="1" indent="-285750">
              <a:buFont typeface="Wingdings" panose="05000000000000000000" pitchFamily="2" charset="2"/>
              <a:buChar char="Ø"/>
            </a:pPr>
            <a:r>
              <a:rPr lang="id-ID" sz="1400" dirty="0">
                <a:latin typeface="Bahnschrift" panose="020B0502040204020203" pitchFamily="34" charset="0"/>
              </a:rPr>
              <a:t>NILAI LESAN RING 1-10 ( X PENENTU KEMENANGAN APABILA NILAI SAMA)</a:t>
            </a:r>
          </a:p>
          <a:p>
            <a:pPr marL="514350" lvl="1" indent="-285750">
              <a:buFont typeface="Wingdings" panose="05000000000000000000" pitchFamily="2" charset="2"/>
              <a:buChar char="Ø"/>
            </a:pPr>
            <a:r>
              <a:rPr lang="id-ID" sz="1400" dirty="0">
                <a:latin typeface="Bahnschrift" panose="020B0502040204020203" pitchFamily="34" charset="0"/>
              </a:rPr>
              <a:t>NILAI MAKSIMAL 100</a:t>
            </a:r>
            <a:r>
              <a:rPr lang="en-US" sz="1400" dirty="0">
                <a:latin typeface="Bahnschrift" panose="020B0502040204020203" pitchFamily="34" charset="0"/>
              </a:rPr>
              <a:t>,10</a:t>
            </a:r>
            <a:r>
              <a:rPr lang="id-ID" sz="1400" dirty="0">
                <a:latin typeface="Bahnschrift" panose="020B0502040204020203" pitchFamily="34" charset="0"/>
              </a:rPr>
              <a:t> POIN</a:t>
            </a:r>
          </a:p>
          <a:p>
            <a:pPr marL="514350" lvl="1" indent="-285750">
              <a:buFont typeface="Wingdings" panose="05000000000000000000" pitchFamily="2" charset="2"/>
              <a:buChar char="Ø"/>
            </a:pPr>
            <a:r>
              <a:rPr lang="id-ID" sz="1400" dirty="0">
                <a:latin typeface="Bahnschrift" panose="020B0502040204020203" pitchFamily="34" charset="0"/>
              </a:rPr>
              <a:t>APABILA TERDAPAT KELEBIHAN PERKENAAN PADA SASARAN AKAN DILIHAT PADA LESAN LAJUR KANAN DAN KIRINYA (APABILA KESALAHAN PETEMBAK LAIN DIKURANGI NILAI TERKECIL). DAN APABILA TERDAPAT KELEBIHAN DIKARENAKAN KESALAHAN PETEMBAK SENDIRI AKAN DIKURANGI NILAI TERBESAR</a:t>
            </a:r>
          </a:p>
          <a:p>
            <a:pPr marL="514350" lvl="1" indent="-285750">
              <a:buFont typeface="Wingdings" panose="05000000000000000000" pitchFamily="2" charset="2"/>
              <a:buChar char="Ø"/>
            </a:pPr>
            <a:r>
              <a:rPr lang="id-ID" sz="1400" dirty="0">
                <a:latin typeface="Bahnschrift" panose="020B0502040204020203" pitchFamily="34" charset="0"/>
              </a:rPr>
              <a:t>APABILA TERJADI NILAI PRESTASI PERORANGAN SAMA ATAU IMBANG, MAKA PEMENANG AKAN DITENTUKAN OLEH JUMLAH “POIN TERHADAP LESAN MULAI DARI X” JIKA MASIH SAMA DITENTUKAN OLEH JUMLAH “POIN 9 PADA LESAN, DAN SETERUSNYA”. APABILA MASIH TERJADI KESAMAAN NILAI MAKA AKAN DIADAKAN TANDING ULANG</a:t>
            </a:r>
            <a:r>
              <a:rPr lang="en-US" sz="1400" dirty="0">
                <a:latin typeface="Bahnschrift" panose="020B0502040204020203" pitchFamily="34" charset="0"/>
              </a:rPr>
              <a:t> DENGAN PENEMBAKAN 5 BUTIR DENGAN WAKTU 1 MENIT.</a:t>
            </a:r>
            <a:endParaRPr lang="id-ID" sz="1400" dirty="0">
              <a:latin typeface="Bahnschrift" panose="020B0502040204020203" pitchFamily="34" charset="0"/>
            </a:endParaRPr>
          </a:p>
        </p:txBody>
      </p:sp>
      <p:pic>
        <p:nvPicPr>
          <p:cNvPr id="4" name="Picture 3">
            <a:extLst>
              <a:ext uri="{FF2B5EF4-FFF2-40B4-BE49-F238E27FC236}">
                <a16:creationId xmlns:a16="http://schemas.microsoft.com/office/drawing/2014/main" id="{C57EBA98-3E4C-48C0-9499-3466995E66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33727" y="268941"/>
            <a:ext cx="857345" cy="764928"/>
          </a:xfrm>
          <a:prstGeom prst="rect">
            <a:avLst/>
          </a:prstGeom>
        </p:spPr>
      </p:pic>
    </p:spTree>
    <p:extLst>
      <p:ext uri="{BB962C8B-B14F-4D97-AF65-F5344CB8AC3E}">
        <p14:creationId xmlns:p14="http://schemas.microsoft.com/office/powerpoint/2010/main" val="207155308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EAFDAC1-71C2-4BE4-9835-0DD5F57E8333}"/>
              </a:ext>
            </a:extLst>
          </p:cNvPr>
          <p:cNvSpPr>
            <a:spLocks noGrp="1"/>
          </p:cNvSpPr>
          <p:nvPr>
            <p:ph type="title"/>
          </p:nvPr>
        </p:nvSpPr>
        <p:spPr>
          <a:xfrm>
            <a:off x="838200" y="575353"/>
            <a:ext cx="10515599" cy="1298271"/>
          </a:xfrm>
        </p:spPr>
        <p:txBody>
          <a:bodyPr>
            <a:normAutofit fontScale="90000"/>
          </a:bodyPr>
          <a:lstStyle/>
          <a:p>
            <a:r>
              <a:rPr lang="id-ID" b="1" dirty="0">
                <a:latin typeface="Bahnschrift" panose="020B0502040204020203" pitchFamily="34" charset="0"/>
              </a:rPr>
              <a:t>PRESISI PISTOL 2</a:t>
            </a:r>
            <a:r>
              <a:rPr lang="en-GB" b="1" dirty="0">
                <a:latin typeface="Bahnschrift" panose="020B0502040204020203" pitchFamily="34" charset="0"/>
              </a:rPr>
              <a:t>0</a:t>
            </a:r>
            <a:r>
              <a:rPr lang="id-ID" b="1" dirty="0">
                <a:latin typeface="Bahnschrift" panose="020B0502040204020203" pitchFamily="34" charset="0"/>
              </a:rPr>
              <a:t> M</a:t>
            </a:r>
            <a:br>
              <a:rPr lang="en-US" b="1" dirty="0">
                <a:latin typeface="Bahnschrift" panose="020B0502040204020203" pitchFamily="34" charset="0"/>
              </a:rPr>
            </a:br>
            <a:r>
              <a:rPr lang="id-ID" sz="2000" b="1" dirty="0">
                <a:latin typeface="Bahnschrift" panose="020B0502040204020203" pitchFamily="34" charset="0"/>
              </a:rPr>
              <a:t>DISKUALIFIKASI, PENALTY, </a:t>
            </a:r>
            <a:r>
              <a:rPr lang="id-ID" sz="2000" b="1" i="1" dirty="0">
                <a:latin typeface="Bahnschrift" panose="020B0502040204020203" pitchFamily="34" charset="0"/>
              </a:rPr>
              <a:t>DID NOT SHOOTS </a:t>
            </a:r>
            <a:r>
              <a:rPr lang="id-ID" sz="2000" b="1" dirty="0">
                <a:latin typeface="Bahnschrift" panose="020B0502040204020203" pitchFamily="34" charset="0"/>
              </a:rPr>
              <a:t>(DNS)</a:t>
            </a:r>
            <a:r>
              <a:rPr lang="id-ID" sz="2000" b="1" i="1" dirty="0">
                <a:latin typeface="Bahnschrift" panose="020B0502040204020203" pitchFamily="34" charset="0"/>
              </a:rPr>
              <a:t> DAN DO NOT FINISH </a:t>
            </a:r>
            <a:r>
              <a:rPr lang="id-ID" sz="2000" b="1" dirty="0">
                <a:latin typeface="Bahnschrift" panose="020B0502040204020203" pitchFamily="34" charset="0"/>
              </a:rPr>
              <a:t>(DNF)</a:t>
            </a:r>
            <a:br>
              <a:rPr lang="id-ID" sz="3600" b="1" dirty="0">
                <a:latin typeface="Bahnschrift" panose="020B0502040204020203" pitchFamily="34" charset="0"/>
              </a:rPr>
            </a:br>
            <a:endParaRPr lang="id-ID" b="1" dirty="0">
              <a:latin typeface="Bahnschrift" panose="020B0502040204020203" pitchFamily="34" charset="0"/>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530BB8F-521C-4ED7-B902-91882B47A53C}"/>
                  </a:ext>
                </a:extLst>
              </p:cNvPr>
              <p:cNvSpPr>
                <a:spLocks noGrp="1"/>
              </p:cNvSpPr>
              <p:nvPr>
                <p:ph idx="1"/>
              </p:nvPr>
            </p:nvSpPr>
            <p:spPr>
              <a:xfrm>
                <a:off x="838200" y="2268071"/>
                <a:ext cx="10515600" cy="4313219"/>
              </a:xfrm>
            </p:spPr>
            <p:txBody>
              <a:bodyPr>
                <a:noAutofit/>
              </a:bodyPr>
              <a:lstStyle/>
              <a:p>
                <a:r>
                  <a:rPr lang="id-ID" sz="1600" b="1" dirty="0">
                    <a:latin typeface="Bahnschrift" panose="020B0502040204020203" pitchFamily="34" charset="0"/>
                  </a:rPr>
                  <a:t>DISKUALIFIKASI</a:t>
                </a:r>
              </a:p>
              <a:p>
                <a:pPr marL="514350" lvl="1" indent="-285750">
                  <a:buFont typeface="Wingdings" panose="05000000000000000000" pitchFamily="2" charset="2"/>
                  <a:buChar char="Ø"/>
                </a:pPr>
                <a:r>
                  <a:rPr lang="id-ID" dirty="0">
                    <a:latin typeface="Bahnschrift" panose="020B0502040204020203" pitchFamily="34" charset="0"/>
                  </a:rPr>
                  <a:t>MELAKUKAN PENEMBAKAN SEBELUM ADA P</a:t>
                </a:r>
                <a:r>
                  <a:rPr lang="en-US" dirty="0">
                    <a:latin typeface="Bahnschrift" panose="020B0502040204020203" pitchFamily="34" charset="0"/>
                  </a:rPr>
                  <a:t>LUIT</a:t>
                </a:r>
                <a:r>
                  <a:rPr lang="id-ID" dirty="0">
                    <a:latin typeface="Bahnschrift" panose="020B0502040204020203" pitchFamily="34" charset="0"/>
                  </a:rPr>
                  <a:t> RANGE OFFICER (RO)</a:t>
                </a:r>
              </a:p>
              <a:p>
                <a:pPr marL="514350" lvl="1" indent="-285750">
                  <a:buFont typeface="Wingdings" panose="05000000000000000000" pitchFamily="2" charset="2"/>
                  <a:buChar char="Ø"/>
                </a:pPr>
                <a:r>
                  <a:rPr lang="id-ID" dirty="0">
                    <a:latin typeface="Bahnschrift" panose="020B0502040204020203" pitchFamily="34" charset="0"/>
                  </a:rPr>
                  <a:t>MENEMBAK SILANG YANG BERTUJUAN UNTUK MEMBANTU SASARAN TEMAN/ SUPAYA MEMPEROLEH HASIL YANG MAKSIMAL</a:t>
                </a:r>
              </a:p>
              <a:p>
                <a:pPr marL="514350" lvl="1" indent="-285750">
                  <a:buFont typeface="Wingdings" panose="05000000000000000000" pitchFamily="2" charset="2"/>
                  <a:buChar char="Ø"/>
                </a:pPr>
                <a:r>
                  <a:rPr lang="en-US" dirty="0">
                    <a:latin typeface="Bahnschrift" panose="020B0502040204020203" pitchFamily="34" charset="0"/>
                  </a:rPr>
                  <a:t>MELANGAR SAFETY AREA</a:t>
                </a:r>
              </a:p>
              <a:p>
                <a:pPr marL="514350" lvl="1" indent="-285750">
                  <a:buFont typeface="Wingdings" panose="05000000000000000000" pitchFamily="2" charset="2"/>
                  <a:buChar char="Ø"/>
                </a:pPr>
                <a:r>
                  <a:rPr lang="id-ID" dirty="0">
                    <a:latin typeface="Bahnschrift" panose="020B0502040204020203" pitchFamily="34" charset="0"/>
                  </a:rPr>
                  <a:t>PESERTA MELANGGAR ATURAN RULES, YAITU ARAH LARAS MELEWATI </a:t>
                </a:r>
                <a14:m>
                  <m:oMath xmlns:m="http://schemas.openxmlformats.org/officeDocument/2006/math">
                    <m:r>
                      <a:rPr lang="en-US" i="1">
                        <a:latin typeface="Cambria Math" panose="02040503050406030204" pitchFamily="18" charset="0"/>
                      </a:rPr>
                      <m:t>4</m:t>
                    </m:r>
                    <m:r>
                      <a:rPr lang="en-US" b="0" i="1" smtClean="0">
                        <a:latin typeface="Cambria Math" panose="02040503050406030204" pitchFamily="18" charset="0"/>
                      </a:rPr>
                      <m:t>5</m:t>
                    </m:r>
                    <m:r>
                      <a:rPr lang="id-ID" b="0" i="1" smtClean="0">
                        <a:latin typeface="Cambria Math" panose="02040503050406030204" pitchFamily="18" charset="0"/>
                        <a:ea typeface="Cambria Math" panose="02040503050406030204" pitchFamily="18" charset="0"/>
                      </a:rPr>
                      <m:t>°</m:t>
                    </m:r>
                  </m:oMath>
                </a14:m>
                <a:r>
                  <a:rPr lang="id-ID" dirty="0">
                    <a:latin typeface="Bahnschrift" panose="020B0502040204020203" pitchFamily="34" charset="0"/>
                  </a:rPr>
                  <a:t> KEKIRI/KANAN, ATAU </a:t>
                </a:r>
                <a14:m>
                  <m:oMath xmlns:m="http://schemas.openxmlformats.org/officeDocument/2006/math">
                    <m:r>
                      <a:rPr lang="en-US" i="1">
                        <a:latin typeface="Cambria Math" panose="02040503050406030204" pitchFamily="18" charset="0"/>
                      </a:rPr>
                      <m:t>4</m:t>
                    </m:r>
                    <m:r>
                      <a:rPr lang="en-US" b="0" i="1" smtClean="0">
                        <a:latin typeface="Cambria Math" panose="02040503050406030204" pitchFamily="18" charset="0"/>
                      </a:rPr>
                      <m:t>5</m:t>
                    </m:r>
                    <m:r>
                      <a:rPr lang="id-ID" b="0" i="1" smtClean="0">
                        <a:latin typeface="Cambria Math" panose="02040503050406030204" pitchFamily="18" charset="0"/>
                        <a:ea typeface="Cambria Math" panose="02040503050406030204" pitchFamily="18" charset="0"/>
                      </a:rPr>
                      <m:t>° </m:t>
                    </m:r>
                  </m:oMath>
                </a14:m>
                <a:r>
                  <a:rPr lang="id-ID" dirty="0">
                    <a:latin typeface="Bahnschrift" panose="020B0502040204020203" pitchFamily="34" charset="0"/>
                  </a:rPr>
                  <a:t>KEATAS</a:t>
                </a:r>
              </a:p>
              <a:p>
                <a:pPr marL="514350" lvl="1" indent="-285750">
                  <a:buFont typeface="Wingdings" panose="05000000000000000000" pitchFamily="2" charset="2"/>
                  <a:buChar char="Ø"/>
                </a:pPr>
                <a:r>
                  <a:rPr lang="id-ID" dirty="0">
                    <a:latin typeface="Bahnschrift" panose="020B0502040204020203" pitchFamily="34" charset="0"/>
                  </a:rPr>
                  <a:t>PESERTA TIDAK HADIR SAAT DILAKSANAKAN PEMANGGILAN PESERTA SESUAI GELOMBANG YANG TELAH DITENTUKAN, DIHARAPKAN SEGERA KONFIRMASI KE PANITIA AGAR DAPAT KETERANGAN YANG JELAS</a:t>
                </a:r>
              </a:p>
              <a:p>
                <a:r>
                  <a:rPr lang="id-ID" sz="1600" b="1" dirty="0">
                    <a:latin typeface="Bahnschrift" panose="020B0502040204020203" pitchFamily="34" charset="0"/>
                  </a:rPr>
                  <a:t>PENALTY</a:t>
                </a:r>
              </a:p>
              <a:p>
                <a:pPr marL="514350" lvl="1" indent="-285750">
                  <a:buFont typeface="Wingdings" panose="05000000000000000000" pitchFamily="2" charset="2"/>
                  <a:buChar char="Ø"/>
                </a:pPr>
                <a:r>
                  <a:rPr lang="id-ID" dirty="0">
                    <a:latin typeface="Bahnschrift" panose="020B0502040204020203" pitchFamily="34" charset="0"/>
                  </a:rPr>
                  <a:t>APABILA WAKTU SUDAH HABIS, NAMUN PETEMBAK MASIH MELAKUKAN PENEMBAKAN, MAKA AKAN DIKENAKAN PENALTY, YAKNI PENGURANGAN NILAI YANG TERBESAR</a:t>
                </a:r>
              </a:p>
            </p:txBody>
          </p:sp>
        </mc:Choice>
        <mc:Fallback>
          <p:sp>
            <p:nvSpPr>
              <p:cNvPr id="3" name="Content Placeholder 2">
                <a:extLst>
                  <a:ext uri="{FF2B5EF4-FFF2-40B4-BE49-F238E27FC236}">
                    <a16:creationId xmlns:a16="http://schemas.microsoft.com/office/drawing/2014/main" id="{4530BB8F-521C-4ED7-B902-91882B47A53C}"/>
                  </a:ext>
                </a:extLst>
              </p:cNvPr>
              <p:cNvSpPr>
                <a:spLocks noGrp="1" noRot="1" noChangeAspect="1" noMove="1" noResize="1" noEditPoints="1" noAdjustHandles="1" noChangeArrowheads="1" noChangeShapeType="1" noTextEdit="1"/>
              </p:cNvSpPr>
              <p:nvPr>
                <p:ph idx="1"/>
              </p:nvPr>
            </p:nvSpPr>
            <p:spPr>
              <a:xfrm>
                <a:off x="838200" y="2268071"/>
                <a:ext cx="10515600" cy="4313219"/>
              </a:xfrm>
              <a:blipFill>
                <a:blip r:embed="rId2"/>
                <a:stretch>
                  <a:fillRect l="-58" t="-989"/>
                </a:stretch>
              </a:blipFill>
            </p:spPr>
            <p:txBody>
              <a:bodyPr/>
              <a:lstStyle/>
              <a:p>
                <a:r>
                  <a:rPr lang="en-ID">
                    <a:noFill/>
                  </a:rPr>
                  <a:t> </a:t>
                </a:r>
              </a:p>
            </p:txBody>
          </p:sp>
        </mc:Fallback>
      </mc:AlternateContent>
      <p:pic>
        <p:nvPicPr>
          <p:cNvPr id="4" name="Picture 3">
            <a:extLst>
              <a:ext uri="{FF2B5EF4-FFF2-40B4-BE49-F238E27FC236}">
                <a16:creationId xmlns:a16="http://schemas.microsoft.com/office/drawing/2014/main" id="{6FACFBA0-814A-46B3-9D0E-079A8F616C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33727" y="268941"/>
            <a:ext cx="857345" cy="764928"/>
          </a:xfrm>
          <a:prstGeom prst="rect">
            <a:avLst/>
          </a:prstGeom>
        </p:spPr>
      </p:pic>
    </p:spTree>
    <p:extLst>
      <p:ext uri="{BB962C8B-B14F-4D97-AF65-F5344CB8AC3E}">
        <p14:creationId xmlns:p14="http://schemas.microsoft.com/office/powerpoint/2010/main" val="190604371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3FF12AA-6F32-4375-9307-0B053AD941F0}"/>
              </a:ext>
            </a:extLst>
          </p:cNvPr>
          <p:cNvSpPr>
            <a:spLocks noGrp="1"/>
          </p:cNvSpPr>
          <p:nvPr>
            <p:ph type="title"/>
          </p:nvPr>
        </p:nvSpPr>
        <p:spPr>
          <a:xfrm>
            <a:off x="838200" y="365125"/>
            <a:ext cx="10515599" cy="1508499"/>
          </a:xfrm>
        </p:spPr>
        <p:txBody>
          <a:bodyPr>
            <a:normAutofit/>
          </a:bodyPr>
          <a:lstStyle/>
          <a:p>
            <a:r>
              <a:rPr lang="id-ID" b="1" dirty="0">
                <a:latin typeface="Bahnschrift" panose="020B0502040204020203" pitchFamily="34" charset="0"/>
              </a:rPr>
              <a:t>DNS (</a:t>
            </a:r>
            <a:r>
              <a:rPr lang="id-ID" b="1" i="1" dirty="0">
                <a:latin typeface="Bahnschrift" panose="020B0502040204020203" pitchFamily="34" charset="0"/>
              </a:rPr>
              <a:t>DID NOT SHOOTS</a:t>
            </a:r>
            <a:r>
              <a:rPr lang="id-ID" b="1" dirty="0">
                <a:latin typeface="Bahnschrift" panose="020B0502040204020203" pitchFamily="34" charset="0"/>
              </a:rPr>
              <a:t>)</a:t>
            </a:r>
          </a:p>
        </p:txBody>
      </p:sp>
      <p:sp>
        <p:nvSpPr>
          <p:cNvPr id="3" name="Content Placeholder 2">
            <a:extLst>
              <a:ext uri="{FF2B5EF4-FFF2-40B4-BE49-F238E27FC236}">
                <a16:creationId xmlns:a16="http://schemas.microsoft.com/office/drawing/2014/main" id="{AAF56B2B-5BB9-4B1C-898C-4F29DED8FC58}"/>
              </a:ext>
            </a:extLst>
          </p:cNvPr>
          <p:cNvSpPr>
            <a:spLocks noGrp="1"/>
          </p:cNvSpPr>
          <p:nvPr>
            <p:ph idx="1"/>
          </p:nvPr>
        </p:nvSpPr>
        <p:spPr>
          <a:xfrm>
            <a:off x="838199" y="2429435"/>
            <a:ext cx="9533625" cy="3381936"/>
          </a:xfrm>
        </p:spPr>
        <p:txBody>
          <a:bodyPr>
            <a:normAutofit/>
          </a:bodyPr>
          <a:lstStyle/>
          <a:p>
            <a:pPr marL="355600" marR="6985" indent="-342900" algn="just">
              <a:lnSpc>
                <a:spcPct val="100000"/>
              </a:lnSpc>
              <a:spcBef>
                <a:spcPts val="100"/>
              </a:spcBef>
              <a:buFont typeface="Wingdings"/>
              <a:buChar char=""/>
              <a:tabLst>
                <a:tab pos="355600" algn="l"/>
              </a:tabLst>
            </a:pPr>
            <a:r>
              <a:rPr lang="en-ID" sz="1600" dirty="0">
                <a:latin typeface="Bahnschrift" panose="020B0502040204020203" pitchFamily="34" charset="0"/>
                <a:cs typeface="Arial"/>
              </a:rPr>
              <a:t>TIDAK</a:t>
            </a:r>
            <a:r>
              <a:rPr lang="en-ID" sz="1600" spc="500" dirty="0">
                <a:latin typeface="Bahnschrift" panose="020B0502040204020203" pitchFamily="34" charset="0"/>
                <a:cs typeface="Arial"/>
              </a:rPr>
              <a:t>  </a:t>
            </a:r>
            <a:r>
              <a:rPr lang="en-ID" sz="1600" dirty="0">
                <a:latin typeface="Bahnschrift" panose="020B0502040204020203" pitchFamily="34" charset="0"/>
                <a:cs typeface="Arial"/>
              </a:rPr>
              <a:t>DAPAT</a:t>
            </a:r>
            <a:r>
              <a:rPr lang="en-ID" sz="1600" spc="500" dirty="0">
                <a:latin typeface="Bahnschrift" panose="020B0502040204020203" pitchFamily="34" charset="0"/>
                <a:cs typeface="Arial"/>
              </a:rPr>
              <a:t>  </a:t>
            </a:r>
            <a:r>
              <a:rPr lang="en-ID" sz="1600" dirty="0">
                <a:latin typeface="Bahnschrift" panose="020B0502040204020203" pitchFamily="34" charset="0"/>
                <a:cs typeface="Arial"/>
              </a:rPr>
              <a:t>MELAKSANAKAN</a:t>
            </a:r>
            <a:r>
              <a:rPr lang="en-ID" sz="1600" spc="505" dirty="0">
                <a:latin typeface="Bahnschrift" panose="020B0502040204020203" pitchFamily="34" charset="0"/>
                <a:cs typeface="Arial"/>
              </a:rPr>
              <a:t>  </a:t>
            </a:r>
            <a:r>
              <a:rPr lang="en-ID" sz="1600" dirty="0">
                <a:latin typeface="Bahnschrift" panose="020B0502040204020203" pitchFamily="34" charset="0"/>
                <a:cs typeface="Arial"/>
              </a:rPr>
              <a:t>MENEMBAK</a:t>
            </a:r>
            <a:r>
              <a:rPr lang="en-ID" sz="1600" spc="500" dirty="0">
                <a:latin typeface="Bahnschrift" panose="020B0502040204020203" pitchFamily="34" charset="0"/>
                <a:cs typeface="Arial"/>
              </a:rPr>
              <a:t>  </a:t>
            </a:r>
            <a:r>
              <a:rPr lang="en-ID" sz="1600" dirty="0">
                <a:latin typeface="Bahnschrift" panose="020B0502040204020203" pitchFamily="34" charset="0"/>
                <a:cs typeface="Arial"/>
              </a:rPr>
              <a:t>SETELAH</a:t>
            </a:r>
            <a:r>
              <a:rPr lang="en-ID" sz="1600" spc="495" dirty="0">
                <a:latin typeface="Bahnschrift" panose="020B0502040204020203" pitchFamily="34" charset="0"/>
                <a:cs typeface="Arial"/>
              </a:rPr>
              <a:t>  </a:t>
            </a:r>
            <a:r>
              <a:rPr lang="en-ID" sz="1600" spc="-25" dirty="0">
                <a:latin typeface="Bahnschrift" panose="020B0502040204020203" pitchFamily="34" charset="0"/>
                <a:cs typeface="Arial"/>
              </a:rPr>
              <a:t>ABA-</a:t>
            </a:r>
            <a:r>
              <a:rPr lang="en-ID" sz="1600" dirty="0">
                <a:latin typeface="Bahnschrift" panose="020B0502040204020203" pitchFamily="34" charset="0"/>
                <a:cs typeface="Arial"/>
              </a:rPr>
              <a:t>ABA</a:t>
            </a:r>
            <a:r>
              <a:rPr lang="en-ID" sz="1600" spc="500" dirty="0">
                <a:latin typeface="Bahnschrift" panose="020B0502040204020203" pitchFamily="34" charset="0"/>
                <a:cs typeface="Arial"/>
              </a:rPr>
              <a:t>  </a:t>
            </a:r>
            <a:r>
              <a:rPr lang="en-ID" sz="1600" spc="-10" dirty="0">
                <a:latin typeface="Bahnschrift" panose="020B0502040204020203" pitchFamily="34" charset="0"/>
                <a:cs typeface="Arial"/>
              </a:rPr>
              <a:t>“TEMBAK” DIKARENAKAN</a:t>
            </a:r>
            <a:r>
              <a:rPr lang="en-ID" sz="1600" spc="-20" dirty="0">
                <a:latin typeface="Bahnschrift" panose="020B0502040204020203" pitchFamily="34" charset="0"/>
                <a:cs typeface="Arial"/>
              </a:rPr>
              <a:t> </a:t>
            </a:r>
            <a:r>
              <a:rPr lang="en-ID" sz="1600" dirty="0">
                <a:latin typeface="Bahnschrift" panose="020B0502040204020203" pitchFamily="34" charset="0"/>
                <a:cs typeface="Arial"/>
              </a:rPr>
              <a:t>GANGGUAN</a:t>
            </a:r>
            <a:r>
              <a:rPr lang="en-ID" sz="1600" spc="-40" dirty="0">
                <a:latin typeface="Bahnschrift" panose="020B0502040204020203" pitchFamily="34" charset="0"/>
                <a:cs typeface="Arial"/>
              </a:rPr>
              <a:t> </a:t>
            </a:r>
            <a:r>
              <a:rPr lang="en-ID" sz="1600" dirty="0">
                <a:latin typeface="Bahnschrift" panose="020B0502040204020203" pitchFamily="34" charset="0"/>
                <a:cs typeface="Arial"/>
              </a:rPr>
              <a:t>PADA</a:t>
            </a:r>
            <a:r>
              <a:rPr lang="en-ID" sz="1600" spc="-25" dirty="0">
                <a:latin typeface="Bahnschrift" panose="020B0502040204020203" pitchFamily="34" charset="0"/>
                <a:cs typeface="Arial"/>
              </a:rPr>
              <a:t> </a:t>
            </a:r>
            <a:r>
              <a:rPr lang="en-ID" sz="1600" dirty="0">
                <a:latin typeface="Bahnschrift" panose="020B0502040204020203" pitchFamily="34" charset="0"/>
                <a:cs typeface="Arial"/>
              </a:rPr>
              <a:t>PISTOL</a:t>
            </a:r>
            <a:r>
              <a:rPr lang="en-ID" sz="1600" spc="-40" dirty="0">
                <a:latin typeface="Bahnschrift" panose="020B0502040204020203" pitchFamily="34" charset="0"/>
                <a:cs typeface="Arial"/>
              </a:rPr>
              <a:t> </a:t>
            </a:r>
            <a:r>
              <a:rPr lang="en-ID" sz="1600" dirty="0">
                <a:latin typeface="Bahnschrift" panose="020B0502040204020203" pitchFamily="34" charset="0"/>
                <a:cs typeface="Arial"/>
              </a:rPr>
              <a:t>DAN</a:t>
            </a:r>
            <a:r>
              <a:rPr lang="en-ID" sz="1600" spc="-40" dirty="0">
                <a:latin typeface="Bahnschrift" panose="020B0502040204020203" pitchFamily="34" charset="0"/>
                <a:cs typeface="Arial"/>
              </a:rPr>
              <a:t> </a:t>
            </a:r>
            <a:r>
              <a:rPr lang="en-ID" sz="1600" spc="-10" dirty="0">
                <a:latin typeface="Bahnschrift" panose="020B0502040204020203" pitchFamily="34" charset="0"/>
                <a:cs typeface="Arial"/>
              </a:rPr>
              <a:t>SEBAGAINYA.</a:t>
            </a:r>
            <a:endParaRPr lang="en-ID" sz="1600" dirty="0">
              <a:latin typeface="Bahnschrift" panose="020B0502040204020203" pitchFamily="34" charset="0"/>
              <a:cs typeface="Arial"/>
            </a:endParaRPr>
          </a:p>
          <a:p>
            <a:pPr marL="355600" marR="8255" indent="-342900" algn="just">
              <a:lnSpc>
                <a:spcPct val="100000"/>
              </a:lnSpc>
              <a:spcBef>
                <a:spcPts val="2160"/>
              </a:spcBef>
              <a:buFont typeface="Wingdings"/>
              <a:buChar char=""/>
              <a:tabLst>
                <a:tab pos="355600" algn="l"/>
              </a:tabLst>
            </a:pPr>
            <a:r>
              <a:rPr lang="en-ID" sz="1600" dirty="0">
                <a:latin typeface="Bahnschrift" panose="020B0502040204020203" pitchFamily="34" charset="0"/>
                <a:cs typeface="Arial"/>
              </a:rPr>
              <a:t>PESERTA</a:t>
            </a:r>
            <a:r>
              <a:rPr lang="en-ID" sz="1600" spc="175" dirty="0">
                <a:latin typeface="Bahnschrift" panose="020B0502040204020203" pitchFamily="34" charset="0"/>
                <a:cs typeface="Arial"/>
              </a:rPr>
              <a:t> </a:t>
            </a:r>
            <a:r>
              <a:rPr lang="en-ID" sz="1600" dirty="0">
                <a:latin typeface="Bahnschrift" panose="020B0502040204020203" pitchFamily="34" charset="0"/>
                <a:cs typeface="Arial"/>
              </a:rPr>
              <a:t>DENGAN</a:t>
            </a:r>
            <a:r>
              <a:rPr lang="en-ID" sz="1600" spc="175" dirty="0">
                <a:latin typeface="Bahnschrift" panose="020B0502040204020203" pitchFamily="34" charset="0"/>
                <a:cs typeface="Arial"/>
              </a:rPr>
              <a:t> </a:t>
            </a:r>
            <a:r>
              <a:rPr lang="en-ID" sz="1600" dirty="0">
                <a:latin typeface="Bahnschrift" panose="020B0502040204020203" pitchFamily="34" charset="0"/>
                <a:cs typeface="Arial"/>
              </a:rPr>
              <a:t>SENGAJA</a:t>
            </a:r>
            <a:r>
              <a:rPr lang="en-ID" sz="1600" spc="165" dirty="0">
                <a:latin typeface="Bahnschrift" panose="020B0502040204020203" pitchFamily="34" charset="0"/>
                <a:cs typeface="Arial"/>
              </a:rPr>
              <a:t> </a:t>
            </a:r>
            <a:r>
              <a:rPr lang="en-ID" sz="1600" dirty="0">
                <a:latin typeface="Bahnschrift" panose="020B0502040204020203" pitchFamily="34" charset="0"/>
                <a:cs typeface="Arial"/>
              </a:rPr>
              <a:t>TIDAK</a:t>
            </a:r>
            <a:r>
              <a:rPr lang="en-ID" sz="1600" spc="150" dirty="0">
                <a:latin typeface="Bahnschrift" panose="020B0502040204020203" pitchFamily="34" charset="0"/>
                <a:cs typeface="Arial"/>
              </a:rPr>
              <a:t> </a:t>
            </a:r>
            <a:r>
              <a:rPr lang="en-ID" sz="1600" dirty="0">
                <a:latin typeface="Bahnschrift" panose="020B0502040204020203" pitchFamily="34" charset="0"/>
                <a:cs typeface="Arial"/>
              </a:rPr>
              <a:t>MELAKSANAKAN</a:t>
            </a:r>
            <a:r>
              <a:rPr lang="en-ID" sz="1600" spc="165" dirty="0">
                <a:latin typeface="Bahnschrift" panose="020B0502040204020203" pitchFamily="34" charset="0"/>
                <a:cs typeface="Arial"/>
              </a:rPr>
              <a:t> </a:t>
            </a:r>
            <a:r>
              <a:rPr lang="en-ID" sz="1600" dirty="0">
                <a:latin typeface="Bahnschrift" panose="020B0502040204020203" pitchFamily="34" charset="0"/>
                <a:cs typeface="Arial"/>
              </a:rPr>
              <a:t>MENEMBAK</a:t>
            </a:r>
            <a:r>
              <a:rPr lang="en-ID" sz="1600" spc="170" dirty="0">
                <a:latin typeface="Bahnschrift" panose="020B0502040204020203" pitchFamily="34" charset="0"/>
                <a:cs typeface="Arial"/>
              </a:rPr>
              <a:t> </a:t>
            </a:r>
            <a:r>
              <a:rPr lang="en-ID" sz="1600" dirty="0">
                <a:latin typeface="Bahnschrift" panose="020B0502040204020203" pitchFamily="34" charset="0"/>
                <a:cs typeface="Arial"/>
              </a:rPr>
              <a:t>DI</a:t>
            </a:r>
            <a:r>
              <a:rPr lang="en-ID" sz="1600" spc="160" dirty="0">
                <a:latin typeface="Bahnschrift" panose="020B0502040204020203" pitchFamily="34" charset="0"/>
                <a:cs typeface="Arial"/>
              </a:rPr>
              <a:t> </a:t>
            </a:r>
            <a:r>
              <a:rPr lang="en-ID" sz="1600" dirty="0">
                <a:latin typeface="Bahnschrift" panose="020B0502040204020203" pitchFamily="34" charset="0"/>
                <a:cs typeface="Arial"/>
              </a:rPr>
              <a:t>GARIS</a:t>
            </a:r>
            <a:r>
              <a:rPr lang="en-ID" sz="1600" spc="170" dirty="0">
                <a:latin typeface="Bahnschrift" panose="020B0502040204020203" pitchFamily="34" charset="0"/>
                <a:cs typeface="Arial"/>
              </a:rPr>
              <a:t> </a:t>
            </a:r>
            <a:r>
              <a:rPr lang="en-ID" sz="1600" spc="-10" dirty="0">
                <a:latin typeface="Bahnschrift" panose="020B0502040204020203" pitchFamily="34" charset="0"/>
                <a:cs typeface="Arial"/>
              </a:rPr>
              <a:t>TEMBAK </a:t>
            </a:r>
            <a:r>
              <a:rPr lang="en-ID" sz="1600" dirty="0">
                <a:latin typeface="Bahnschrift" panose="020B0502040204020203" pitchFamily="34" charset="0"/>
                <a:cs typeface="Arial"/>
              </a:rPr>
              <a:t>SETELAH</a:t>
            </a:r>
            <a:r>
              <a:rPr lang="en-ID" sz="1600" spc="-80" dirty="0">
                <a:latin typeface="Bahnschrift" panose="020B0502040204020203" pitchFamily="34" charset="0"/>
                <a:cs typeface="Arial"/>
              </a:rPr>
              <a:t> </a:t>
            </a:r>
            <a:r>
              <a:rPr lang="en-ID" sz="1600" spc="-20" dirty="0">
                <a:latin typeface="Bahnschrift" panose="020B0502040204020203" pitchFamily="34" charset="0"/>
                <a:cs typeface="Arial"/>
              </a:rPr>
              <a:t>ABA-</a:t>
            </a:r>
            <a:r>
              <a:rPr lang="en-ID" sz="1600" dirty="0">
                <a:latin typeface="Bahnschrift" panose="020B0502040204020203" pitchFamily="34" charset="0"/>
                <a:cs typeface="Arial"/>
              </a:rPr>
              <a:t>ABA</a:t>
            </a:r>
            <a:r>
              <a:rPr lang="en-ID" sz="1600" spc="-80" dirty="0">
                <a:latin typeface="Bahnschrift" panose="020B0502040204020203" pitchFamily="34" charset="0"/>
                <a:cs typeface="Arial"/>
              </a:rPr>
              <a:t> </a:t>
            </a:r>
            <a:r>
              <a:rPr lang="en-ID" sz="1600" dirty="0">
                <a:latin typeface="Bahnschrift" panose="020B0502040204020203" pitchFamily="34" charset="0"/>
                <a:cs typeface="Arial"/>
              </a:rPr>
              <a:t>“TEMBAK”</a:t>
            </a:r>
            <a:r>
              <a:rPr lang="en-ID" sz="1600" spc="-60" dirty="0">
                <a:latin typeface="Bahnschrift" panose="020B0502040204020203" pitchFamily="34" charset="0"/>
                <a:cs typeface="Arial"/>
              </a:rPr>
              <a:t> </a:t>
            </a:r>
            <a:r>
              <a:rPr lang="en-ID" sz="1600" spc="-10" dirty="0">
                <a:latin typeface="Bahnschrift" panose="020B0502040204020203" pitchFamily="34" charset="0"/>
                <a:cs typeface="Arial"/>
              </a:rPr>
              <a:t>DIMULAI.</a:t>
            </a:r>
            <a:endParaRPr lang="en-ID" sz="1600" dirty="0">
              <a:latin typeface="Bahnschrift" panose="020B0502040204020203" pitchFamily="34" charset="0"/>
              <a:cs typeface="Arial"/>
            </a:endParaRPr>
          </a:p>
          <a:p>
            <a:pPr marL="355600" marR="6350" indent="-342900" algn="just">
              <a:lnSpc>
                <a:spcPct val="100000"/>
              </a:lnSpc>
              <a:spcBef>
                <a:spcPts val="2160"/>
              </a:spcBef>
              <a:buFont typeface="Wingdings"/>
              <a:buChar char=""/>
              <a:tabLst>
                <a:tab pos="355600" algn="l"/>
              </a:tabLst>
            </a:pPr>
            <a:r>
              <a:rPr lang="en-ID" sz="1600" dirty="0">
                <a:latin typeface="Bahnschrift" panose="020B0502040204020203" pitchFamily="34" charset="0"/>
                <a:cs typeface="Arial"/>
              </a:rPr>
              <a:t>PESERTA</a:t>
            </a:r>
            <a:r>
              <a:rPr lang="en-ID" sz="1600" spc="385" dirty="0">
                <a:latin typeface="Bahnschrift" panose="020B0502040204020203" pitchFamily="34" charset="0"/>
                <a:cs typeface="Arial"/>
              </a:rPr>
              <a:t> </a:t>
            </a:r>
            <a:r>
              <a:rPr lang="en-ID" sz="1600" dirty="0">
                <a:latin typeface="Bahnschrift" panose="020B0502040204020203" pitchFamily="34" charset="0"/>
                <a:cs typeface="Arial"/>
              </a:rPr>
              <a:t>DENGAN</a:t>
            </a:r>
            <a:r>
              <a:rPr lang="en-ID" sz="1600" spc="385" dirty="0">
                <a:latin typeface="Bahnschrift" panose="020B0502040204020203" pitchFamily="34" charset="0"/>
                <a:cs typeface="Arial"/>
              </a:rPr>
              <a:t> </a:t>
            </a:r>
            <a:r>
              <a:rPr lang="en-ID" sz="1600" dirty="0">
                <a:latin typeface="Bahnschrift" panose="020B0502040204020203" pitchFamily="34" charset="0"/>
                <a:cs typeface="Arial"/>
              </a:rPr>
              <a:t>SENGAJA</a:t>
            </a:r>
            <a:r>
              <a:rPr lang="en-ID" sz="1600" spc="385" dirty="0">
                <a:latin typeface="Bahnschrift" panose="020B0502040204020203" pitchFamily="34" charset="0"/>
                <a:cs typeface="Arial"/>
              </a:rPr>
              <a:t> </a:t>
            </a:r>
            <a:r>
              <a:rPr lang="en-ID" sz="1600" dirty="0">
                <a:latin typeface="Bahnschrift" panose="020B0502040204020203" pitchFamily="34" charset="0"/>
                <a:cs typeface="Arial"/>
              </a:rPr>
              <a:t>MENINGGALKAN</a:t>
            </a:r>
            <a:r>
              <a:rPr lang="en-ID" sz="1600" spc="370" dirty="0">
                <a:latin typeface="Bahnschrift" panose="020B0502040204020203" pitchFamily="34" charset="0"/>
                <a:cs typeface="Arial"/>
              </a:rPr>
              <a:t> </a:t>
            </a:r>
            <a:r>
              <a:rPr lang="en-ID" sz="1600" dirty="0">
                <a:latin typeface="Bahnschrift" panose="020B0502040204020203" pitchFamily="34" charset="0"/>
                <a:cs typeface="Arial"/>
              </a:rPr>
              <a:t>GARIS</a:t>
            </a:r>
            <a:r>
              <a:rPr lang="en-ID" sz="1600" spc="380" dirty="0">
                <a:latin typeface="Bahnschrift" panose="020B0502040204020203" pitchFamily="34" charset="0"/>
                <a:cs typeface="Arial"/>
              </a:rPr>
              <a:t> </a:t>
            </a:r>
            <a:r>
              <a:rPr lang="en-ID" sz="1600" dirty="0">
                <a:latin typeface="Bahnschrift" panose="020B0502040204020203" pitchFamily="34" charset="0"/>
                <a:cs typeface="Arial"/>
              </a:rPr>
              <a:t>TEMBAK</a:t>
            </a:r>
            <a:r>
              <a:rPr lang="en-ID" sz="1600" spc="385" dirty="0">
                <a:latin typeface="Bahnschrift" panose="020B0502040204020203" pitchFamily="34" charset="0"/>
                <a:cs typeface="Arial"/>
              </a:rPr>
              <a:t> </a:t>
            </a:r>
            <a:r>
              <a:rPr lang="en-ID" sz="1600" dirty="0">
                <a:latin typeface="Bahnschrift" panose="020B0502040204020203" pitchFamily="34" charset="0"/>
                <a:cs typeface="Arial"/>
              </a:rPr>
              <a:t>SETELAH</a:t>
            </a:r>
            <a:r>
              <a:rPr lang="en-ID" sz="1600" spc="390" dirty="0">
                <a:latin typeface="Bahnschrift" panose="020B0502040204020203" pitchFamily="34" charset="0"/>
                <a:cs typeface="Arial"/>
              </a:rPr>
              <a:t> </a:t>
            </a:r>
            <a:r>
              <a:rPr lang="en-ID" sz="1600" spc="-10" dirty="0">
                <a:latin typeface="Bahnschrift" panose="020B0502040204020203" pitchFamily="34" charset="0"/>
                <a:cs typeface="Arial"/>
              </a:rPr>
              <a:t>MEMASUKI </a:t>
            </a:r>
            <a:r>
              <a:rPr lang="en-ID" sz="1600" dirty="0">
                <a:latin typeface="Bahnschrift" panose="020B0502040204020203" pitchFamily="34" charset="0"/>
                <a:cs typeface="Arial"/>
              </a:rPr>
              <a:t>GARIS</a:t>
            </a:r>
            <a:r>
              <a:rPr lang="en-ID" sz="1600" spc="305" dirty="0">
                <a:latin typeface="Bahnschrift" panose="020B0502040204020203" pitchFamily="34" charset="0"/>
                <a:cs typeface="Arial"/>
              </a:rPr>
              <a:t> </a:t>
            </a:r>
            <a:r>
              <a:rPr lang="en-ID" sz="1600" dirty="0">
                <a:latin typeface="Bahnschrift" panose="020B0502040204020203" pitchFamily="34" charset="0"/>
                <a:cs typeface="Arial"/>
              </a:rPr>
              <a:t>TEMBAK</a:t>
            </a:r>
            <a:r>
              <a:rPr lang="en-ID" sz="1600" spc="305" dirty="0">
                <a:latin typeface="Bahnschrift" panose="020B0502040204020203" pitchFamily="34" charset="0"/>
                <a:cs typeface="Arial"/>
              </a:rPr>
              <a:t> </a:t>
            </a:r>
            <a:r>
              <a:rPr lang="en-ID" sz="1600" dirty="0">
                <a:latin typeface="Bahnschrift" panose="020B0502040204020203" pitchFamily="34" charset="0"/>
                <a:cs typeface="Arial"/>
              </a:rPr>
              <a:t>SEBELUM</a:t>
            </a:r>
            <a:r>
              <a:rPr lang="en-ID" sz="1600" spc="310" dirty="0">
                <a:latin typeface="Bahnschrift" panose="020B0502040204020203" pitchFamily="34" charset="0"/>
                <a:cs typeface="Arial"/>
              </a:rPr>
              <a:t> </a:t>
            </a:r>
            <a:r>
              <a:rPr lang="en-ID" sz="1600" dirty="0">
                <a:latin typeface="Bahnschrift" panose="020B0502040204020203" pitchFamily="34" charset="0"/>
                <a:cs typeface="Arial"/>
              </a:rPr>
              <a:t>ATAU</a:t>
            </a:r>
            <a:r>
              <a:rPr lang="en-ID" sz="1600" spc="285" dirty="0">
                <a:latin typeface="Bahnschrift" panose="020B0502040204020203" pitchFamily="34" charset="0"/>
                <a:cs typeface="Arial"/>
              </a:rPr>
              <a:t> </a:t>
            </a:r>
            <a:r>
              <a:rPr lang="en-ID" sz="1600" dirty="0">
                <a:latin typeface="Bahnschrift" panose="020B0502040204020203" pitchFamily="34" charset="0"/>
                <a:cs typeface="Arial"/>
              </a:rPr>
              <a:t>SETELAH</a:t>
            </a:r>
            <a:r>
              <a:rPr lang="en-ID" sz="1600" spc="300" dirty="0">
                <a:latin typeface="Bahnschrift" panose="020B0502040204020203" pitchFamily="34" charset="0"/>
                <a:cs typeface="Arial"/>
              </a:rPr>
              <a:t> </a:t>
            </a:r>
            <a:r>
              <a:rPr lang="en-ID" sz="1600" spc="-10" dirty="0">
                <a:latin typeface="Bahnschrift" panose="020B0502040204020203" pitchFamily="34" charset="0"/>
                <a:cs typeface="Arial"/>
              </a:rPr>
              <a:t>ABA-</a:t>
            </a:r>
            <a:r>
              <a:rPr lang="en-ID" sz="1600" dirty="0">
                <a:latin typeface="Bahnschrift" panose="020B0502040204020203" pitchFamily="34" charset="0"/>
                <a:cs typeface="Arial"/>
              </a:rPr>
              <a:t>ABA</a:t>
            </a:r>
            <a:r>
              <a:rPr lang="en-ID" sz="1600" spc="300" dirty="0">
                <a:latin typeface="Bahnschrift" panose="020B0502040204020203" pitchFamily="34" charset="0"/>
                <a:cs typeface="Arial"/>
              </a:rPr>
              <a:t> </a:t>
            </a:r>
            <a:r>
              <a:rPr lang="en-ID" sz="1600" dirty="0">
                <a:latin typeface="Bahnschrift" panose="020B0502040204020203" pitchFamily="34" charset="0"/>
                <a:cs typeface="Arial"/>
              </a:rPr>
              <a:t>“TEMBAK”</a:t>
            </a:r>
            <a:r>
              <a:rPr lang="en-ID" sz="1600" spc="310" dirty="0">
                <a:latin typeface="Bahnschrift" panose="020B0502040204020203" pitchFamily="34" charset="0"/>
                <a:cs typeface="Arial"/>
              </a:rPr>
              <a:t> </a:t>
            </a:r>
            <a:r>
              <a:rPr lang="en-ID" sz="1600" dirty="0">
                <a:latin typeface="Bahnschrift" panose="020B0502040204020203" pitchFamily="34" charset="0"/>
                <a:cs typeface="Arial"/>
              </a:rPr>
              <a:t>DIMULAI</a:t>
            </a:r>
            <a:r>
              <a:rPr lang="en-ID" sz="1600" spc="295" dirty="0">
                <a:latin typeface="Bahnschrift" panose="020B0502040204020203" pitchFamily="34" charset="0"/>
                <a:cs typeface="Arial"/>
              </a:rPr>
              <a:t> </a:t>
            </a:r>
            <a:r>
              <a:rPr lang="en-ID" sz="1600" dirty="0">
                <a:latin typeface="Bahnschrift" panose="020B0502040204020203" pitchFamily="34" charset="0"/>
                <a:cs typeface="Arial"/>
              </a:rPr>
              <a:t>DAN</a:t>
            </a:r>
            <a:r>
              <a:rPr lang="en-ID" sz="1600" spc="290" dirty="0">
                <a:latin typeface="Bahnschrift" panose="020B0502040204020203" pitchFamily="34" charset="0"/>
                <a:cs typeface="Arial"/>
              </a:rPr>
              <a:t> </a:t>
            </a:r>
            <a:r>
              <a:rPr lang="en-ID" sz="1600" spc="-10" dirty="0">
                <a:latin typeface="Bahnschrift" panose="020B0502040204020203" pitchFamily="34" charset="0"/>
                <a:cs typeface="Arial"/>
              </a:rPr>
              <a:t>TIDAK MELAKSANAKAN</a:t>
            </a:r>
            <a:r>
              <a:rPr lang="en-ID" sz="1600" spc="-90" dirty="0">
                <a:latin typeface="Bahnschrift" panose="020B0502040204020203" pitchFamily="34" charset="0"/>
                <a:cs typeface="Arial"/>
              </a:rPr>
              <a:t> </a:t>
            </a:r>
            <a:r>
              <a:rPr lang="en-ID" sz="1600" dirty="0">
                <a:latin typeface="Bahnschrift" panose="020B0502040204020203" pitchFamily="34" charset="0"/>
                <a:cs typeface="Arial"/>
              </a:rPr>
              <a:t>MENEMBAK</a:t>
            </a:r>
            <a:r>
              <a:rPr lang="en-ID" sz="1600" spc="-100" dirty="0">
                <a:latin typeface="Bahnschrift" panose="020B0502040204020203" pitchFamily="34" charset="0"/>
                <a:cs typeface="Arial"/>
              </a:rPr>
              <a:t> </a:t>
            </a:r>
            <a:r>
              <a:rPr lang="en-ID" sz="1600" dirty="0">
                <a:latin typeface="Bahnschrift" panose="020B0502040204020203" pitchFamily="34" charset="0"/>
                <a:cs typeface="Arial"/>
              </a:rPr>
              <a:t>SAMA</a:t>
            </a:r>
            <a:r>
              <a:rPr lang="en-ID" sz="1600" spc="-100" dirty="0">
                <a:latin typeface="Bahnschrift" panose="020B0502040204020203" pitchFamily="34" charset="0"/>
                <a:cs typeface="Arial"/>
              </a:rPr>
              <a:t> </a:t>
            </a:r>
            <a:r>
              <a:rPr lang="en-ID" sz="1600" spc="-10" dirty="0">
                <a:latin typeface="Bahnschrift" panose="020B0502040204020203" pitchFamily="34" charset="0"/>
                <a:cs typeface="Arial"/>
              </a:rPr>
              <a:t>SEKALI.</a:t>
            </a:r>
            <a:endParaRPr lang="id-ID" sz="1600" spc="-10" dirty="0">
              <a:latin typeface="Bahnschrift" panose="020B0502040204020203" pitchFamily="34" charset="0"/>
              <a:cs typeface="Arial"/>
            </a:endParaRPr>
          </a:p>
          <a:p>
            <a:pPr marL="355600" marR="6350" indent="-342900" algn="just">
              <a:lnSpc>
                <a:spcPct val="100000"/>
              </a:lnSpc>
              <a:spcBef>
                <a:spcPts val="2160"/>
              </a:spcBef>
              <a:buFont typeface="Wingdings"/>
              <a:buChar char=""/>
              <a:tabLst>
                <a:tab pos="355600" algn="l"/>
              </a:tabLst>
            </a:pPr>
            <a:r>
              <a:rPr lang="en-ID" sz="1600" dirty="0">
                <a:latin typeface="Bahnschrift" panose="020B0502040204020203" pitchFamily="34" charset="0"/>
                <a:cs typeface="Arial"/>
              </a:rPr>
              <a:t>APABILA</a:t>
            </a:r>
            <a:r>
              <a:rPr lang="en-ID" sz="1600" spc="210" dirty="0">
                <a:latin typeface="Bahnschrift" panose="020B0502040204020203" pitchFamily="34" charset="0"/>
                <a:cs typeface="Arial"/>
              </a:rPr>
              <a:t> </a:t>
            </a:r>
            <a:r>
              <a:rPr lang="en-ID" sz="1600" dirty="0">
                <a:latin typeface="Bahnschrift" panose="020B0502040204020203" pitchFamily="34" charset="0"/>
                <a:cs typeface="Arial"/>
              </a:rPr>
              <a:t>HAL</a:t>
            </a:r>
            <a:r>
              <a:rPr lang="en-ID" sz="1600" spc="200" dirty="0">
                <a:latin typeface="Bahnschrift" panose="020B0502040204020203" pitchFamily="34" charset="0"/>
                <a:cs typeface="Arial"/>
              </a:rPr>
              <a:t> </a:t>
            </a:r>
            <a:r>
              <a:rPr lang="en-ID" sz="1600" dirty="0">
                <a:latin typeface="Bahnschrift" panose="020B0502040204020203" pitchFamily="34" charset="0"/>
                <a:cs typeface="Arial"/>
              </a:rPr>
              <a:t>INI</a:t>
            </a:r>
            <a:r>
              <a:rPr lang="en-ID" sz="1600" spc="200" dirty="0">
                <a:latin typeface="Bahnschrift" panose="020B0502040204020203" pitchFamily="34" charset="0"/>
                <a:cs typeface="Arial"/>
              </a:rPr>
              <a:t> </a:t>
            </a:r>
            <a:r>
              <a:rPr lang="en-ID" sz="1600" dirty="0">
                <a:latin typeface="Bahnschrift" panose="020B0502040204020203" pitchFamily="34" charset="0"/>
                <a:cs typeface="Arial"/>
              </a:rPr>
              <a:t>(DNS)</a:t>
            </a:r>
            <a:r>
              <a:rPr lang="en-ID" sz="1600" spc="215" dirty="0">
                <a:latin typeface="Bahnschrift" panose="020B0502040204020203" pitchFamily="34" charset="0"/>
                <a:cs typeface="Arial"/>
              </a:rPr>
              <a:t> </a:t>
            </a:r>
            <a:r>
              <a:rPr lang="en-ID" sz="1600" dirty="0">
                <a:latin typeface="Bahnschrift" panose="020B0502040204020203" pitchFamily="34" charset="0"/>
                <a:cs typeface="Arial"/>
              </a:rPr>
              <a:t>TERJADI</a:t>
            </a:r>
            <a:r>
              <a:rPr lang="en-ID" sz="1600" spc="195" dirty="0">
                <a:latin typeface="Bahnschrift" panose="020B0502040204020203" pitchFamily="34" charset="0"/>
                <a:cs typeface="Arial"/>
              </a:rPr>
              <a:t> </a:t>
            </a:r>
            <a:r>
              <a:rPr lang="en-ID" sz="1600" dirty="0">
                <a:latin typeface="Bahnschrift" panose="020B0502040204020203" pitchFamily="34" charset="0"/>
                <a:cs typeface="Arial"/>
              </a:rPr>
              <a:t>MAKA</a:t>
            </a:r>
            <a:r>
              <a:rPr lang="en-ID" sz="1600" spc="200" dirty="0">
                <a:latin typeface="Bahnschrift" panose="020B0502040204020203" pitchFamily="34" charset="0"/>
                <a:cs typeface="Arial"/>
              </a:rPr>
              <a:t> </a:t>
            </a:r>
            <a:r>
              <a:rPr lang="en-ID" sz="1600" dirty="0">
                <a:latin typeface="Bahnschrift" panose="020B0502040204020203" pitchFamily="34" charset="0"/>
                <a:cs typeface="Arial"/>
              </a:rPr>
              <a:t>NILAI</a:t>
            </a:r>
            <a:r>
              <a:rPr lang="en-ID" sz="1600" spc="210" dirty="0">
                <a:latin typeface="Bahnschrift" panose="020B0502040204020203" pitchFamily="34" charset="0"/>
                <a:cs typeface="Arial"/>
              </a:rPr>
              <a:t> </a:t>
            </a:r>
            <a:r>
              <a:rPr lang="en-ID" sz="1600" dirty="0">
                <a:latin typeface="Bahnschrift" panose="020B0502040204020203" pitchFamily="34" charset="0"/>
                <a:cs typeface="Arial"/>
              </a:rPr>
              <a:t>PESERTA</a:t>
            </a:r>
            <a:r>
              <a:rPr lang="en-ID" sz="1600" spc="215" dirty="0">
                <a:latin typeface="Bahnschrift" panose="020B0502040204020203" pitchFamily="34" charset="0"/>
                <a:cs typeface="Arial"/>
              </a:rPr>
              <a:t> </a:t>
            </a:r>
            <a:r>
              <a:rPr lang="en-ID" sz="1600" dirty="0">
                <a:latin typeface="Bahnschrift" panose="020B0502040204020203" pitchFamily="34" charset="0"/>
                <a:cs typeface="Arial"/>
              </a:rPr>
              <a:t>TERSEBUT</a:t>
            </a:r>
            <a:r>
              <a:rPr lang="en-ID" sz="1600" spc="210" dirty="0">
                <a:latin typeface="Bahnschrift" panose="020B0502040204020203" pitchFamily="34" charset="0"/>
                <a:cs typeface="Arial"/>
              </a:rPr>
              <a:t> </a:t>
            </a:r>
            <a:r>
              <a:rPr lang="en-ID" sz="1600" dirty="0">
                <a:latin typeface="Bahnschrift" panose="020B0502040204020203" pitchFamily="34" charset="0"/>
                <a:cs typeface="Arial"/>
              </a:rPr>
              <a:t>DINYATAKAN</a:t>
            </a:r>
            <a:r>
              <a:rPr lang="en-ID" sz="1600" spc="210" dirty="0">
                <a:latin typeface="Bahnschrift" panose="020B0502040204020203" pitchFamily="34" charset="0"/>
                <a:cs typeface="Arial"/>
              </a:rPr>
              <a:t> </a:t>
            </a:r>
            <a:r>
              <a:rPr lang="en-ID" sz="1600" dirty="0">
                <a:latin typeface="Bahnschrift" panose="020B0502040204020203" pitchFamily="34" charset="0"/>
                <a:cs typeface="Arial"/>
              </a:rPr>
              <a:t>0</a:t>
            </a:r>
            <a:r>
              <a:rPr lang="en-ID" sz="1600" spc="210" dirty="0">
                <a:latin typeface="Bahnschrift" panose="020B0502040204020203" pitchFamily="34" charset="0"/>
                <a:cs typeface="Arial"/>
              </a:rPr>
              <a:t> </a:t>
            </a:r>
            <a:r>
              <a:rPr lang="en-ID" sz="1600" spc="-10" dirty="0">
                <a:latin typeface="Bahnschrift" panose="020B0502040204020203" pitchFamily="34" charset="0"/>
                <a:cs typeface="Arial"/>
              </a:rPr>
              <a:t>(NOL) </a:t>
            </a:r>
            <a:r>
              <a:rPr lang="en-ID" sz="1600" dirty="0">
                <a:latin typeface="Bahnschrift" panose="020B0502040204020203" pitchFamily="34" charset="0"/>
                <a:cs typeface="Arial"/>
              </a:rPr>
              <a:t>DAN</a:t>
            </a:r>
            <a:r>
              <a:rPr lang="en-ID" sz="1600" spc="515" dirty="0">
                <a:latin typeface="Bahnschrift" panose="020B0502040204020203" pitchFamily="34" charset="0"/>
                <a:cs typeface="Arial"/>
              </a:rPr>
              <a:t> </a:t>
            </a:r>
            <a:r>
              <a:rPr lang="en-ID" sz="1600" dirty="0">
                <a:latin typeface="Bahnschrift" panose="020B0502040204020203" pitchFamily="34" charset="0"/>
                <a:cs typeface="Arial"/>
              </a:rPr>
              <a:t>TIDAK</a:t>
            </a:r>
            <a:r>
              <a:rPr lang="en-ID" sz="1600" spc="520" dirty="0">
                <a:latin typeface="Bahnschrift" panose="020B0502040204020203" pitchFamily="34" charset="0"/>
                <a:cs typeface="Arial"/>
              </a:rPr>
              <a:t> </a:t>
            </a:r>
            <a:r>
              <a:rPr lang="en-ID" sz="1600" dirty="0">
                <a:latin typeface="Bahnschrift" panose="020B0502040204020203" pitchFamily="34" charset="0"/>
                <a:cs typeface="Arial"/>
              </a:rPr>
              <a:t>DAPAT</a:t>
            </a:r>
            <a:r>
              <a:rPr lang="en-ID" sz="1600" spc="540" dirty="0">
                <a:latin typeface="Bahnschrift" panose="020B0502040204020203" pitchFamily="34" charset="0"/>
                <a:cs typeface="Arial"/>
              </a:rPr>
              <a:t> </a:t>
            </a:r>
            <a:r>
              <a:rPr lang="en-ID" sz="1600" dirty="0">
                <a:latin typeface="Bahnschrift" panose="020B0502040204020203" pitchFamily="34" charset="0"/>
                <a:cs typeface="Arial"/>
              </a:rPr>
              <a:t>DIBERI</a:t>
            </a:r>
            <a:r>
              <a:rPr lang="en-ID" sz="1600" spc="530" dirty="0">
                <a:latin typeface="Bahnschrift" panose="020B0502040204020203" pitchFamily="34" charset="0"/>
                <a:cs typeface="Arial"/>
              </a:rPr>
              <a:t> </a:t>
            </a:r>
            <a:r>
              <a:rPr lang="en-ID" sz="1600" dirty="0">
                <a:latin typeface="Bahnschrift" panose="020B0502040204020203" pitchFamily="34" charset="0"/>
                <a:cs typeface="Arial"/>
              </a:rPr>
              <a:t>KESEMPATAN</a:t>
            </a:r>
            <a:r>
              <a:rPr lang="en-ID" sz="1600" spc="525" dirty="0">
                <a:latin typeface="Bahnschrift" panose="020B0502040204020203" pitchFamily="34" charset="0"/>
                <a:cs typeface="Arial"/>
              </a:rPr>
              <a:t> </a:t>
            </a:r>
            <a:r>
              <a:rPr lang="en-ID" sz="1600" dirty="0">
                <a:latin typeface="Bahnschrift" panose="020B0502040204020203" pitchFamily="34" charset="0"/>
                <a:cs typeface="Arial"/>
              </a:rPr>
              <a:t>PADA</a:t>
            </a:r>
            <a:r>
              <a:rPr lang="en-ID" sz="1600" spc="530" dirty="0">
                <a:latin typeface="Bahnschrift" panose="020B0502040204020203" pitchFamily="34" charset="0"/>
                <a:cs typeface="Arial"/>
              </a:rPr>
              <a:t> </a:t>
            </a:r>
            <a:r>
              <a:rPr lang="en-ID" sz="1600" dirty="0">
                <a:latin typeface="Bahnschrift" panose="020B0502040204020203" pitchFamily="34" charset="0"/>
                <a:cs typeface="Arial"/>
              </a:rPr>
              <a:t>GELOMBANG</a:t>
            </a:r>
            <a:r>
              <a:rPr lang="en-ID" sz="1600" spc="525" dirty="0">
                <a:latin typeface="Bahnschrift" panose="020B0502040204020203" pitchFamily="34" charset="0"/>
                <a:cs typeface="Arial"/>
              </a:rPr>
              <a:t> </a:t>
            </a:r>
            <a:r>
              <a:rPr lang="en-ID" sz="1600" dirty="0">
                <a:latin typeface="Bahnschrift" panose="020B0502040204020203" pitchFamily="34" charset="0"/>
                <a:cs typeface="Arial"/>
              </a:rPr>
              <a:t>SELANJUTNYA.</a:t>
            </a:r>
            <a:endParaRPr lang="en-ID" sz="1600" dirty="0">
              <a:latin typeface="Bahnschrift" panose="020B0502040204020203" pitchFamily="34" charset="0"/>
            </a:endParaRPr>
          </a:p>
        </p:txBody>
      </p:sp>
      <p:pic>
        <p:nvPicPr>
          <p:cNvPr id="4" name="Picture 3">
            <a:extLst>
              <a:ext uri="{FF2B5EF4-FFF2-40B4-BE49-F238E27FC236}">
                <a16:creationId xmlns:a16="http://schemas.microsoft.com/office/drawing/2014/main" id="{6C9C8251-3257-48E0-A3B1-60F584CA9D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33727" y="268941"/>
            <a:ext cx="857345" cy="764928"/>
          </a:xfrm>
          <a:prstGeom prst="rect">
            <a:avLst/>
          </a:prstGeom>
        </p:spPr>
      </p:pic>
    </p:spTree>
    <p:extLst>
      <p:ext uri="{BB962C8B-B14F-4D97-AF65-F5344CB8AC3E}">
        <p14:creationId xmlns:p14="http://schemas.microsoft.com/office/powerpoint/2010/main" val="161754490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DB0ACA3-CDBF-4E96-9798-EB9B24E0D91C}"/>
              </a:ext>
            </a:extLst>
          </p:cNvPr>
          <p:cNvSpPr>
            <a:spLocks noGrp="1"/>
          </p:cNvSpPr>
          <p:nvPr>
            <p:ph type="title"/>
          </p:nvPr>
        </p:nvSpPr>
        <p:spPr>
          <a:xfrm>
            <a:off x="838200" y="365125"/>
            <a:ext cx="10515599" cy="1508499"/>
          </a:xfrm>
        </p:spPr>
        <p:txBody>
          <a:bodyPr>
            <a:normAutofit/>
          </a:bodyPr>
          <a:lstStyle/>
          <a:p>
            <a:r>
              <a:rPr lang="id-ID" b="1" dirty="0">
                <a:latin typeface="Bahnschrift" panose="020B0502040204020203" pitchFamily="34" charset="0"/>
              </a:rPr>
              <a:t>DN</a:t>
            </a:r>
            <a:r>
              <a:rPr lang="en-GB" b="1" dirty="0">
                <a:latin typeface="Bahnschrift" panose="020B0502040204020203" pitchFamily="34" charset="0"/>
              </a:rPr>
              <a:t>F</a:t>
            </a:r>
            <a:r>
              <a:rPr lang="id-ID" b="1" dirty="0">
                <a:latin typeface="Bahnschrift" panose="020B0502040204020203" pitchFamily="34" charset="0"/>
              </a:rPr>
              <a:t> (</a:t>
            </a:r>
            <a:r>
              <a:rPr lang="id-ID" b="1" i="1" dirty="0">
                <a:latin typeface="Bahnschrift" panose="020B0502040204020203" pitchFamily="34" charset="0"/>
              </a:rPr>
              <a:t>DID NOT </a:t>
            </a:r>
            <a:r>
              <a:rPr lang="en-GB" b="1" i="1" dirty="0">
                <a:latin typeface="Bahnschrift" panose="020B0502040204020203" pitchFamily="34" charset="0"/>
              </a:rPr>
              <a:t>FINISH</a:t>
            </a:r>
            <a:r>
              <a:rPr lang="id-ID" b="1" dirty="0">
                <a:latin typeface="Bahnschrift" panose="020B0502040204020203" pitchFamily="34" charset="0"/>
              </a:rPr>
              <a:t>)</a:t>
            </a:r>
          </a:p>
        </p:txBody>
      </p:sp>
      <p:sp>
        <p:nvSpPr>
          <p:cNvPr id="3" name="Content Placeholder 2">
            <a:extLst>
              <a:ext uri="{FF2B5EF4-FFF2-40B4-BE49-F238E27FC236}">
                <a16:creationId xmlns:a16="http://schemas.microsoft.com/office/drawing/2014/main" id="{C64F5F5F-F01B-43D4-B9B8-EDE6C2073827}"/>
              </a:ext>
            </a:extLst>
          </p:cNvPr>
          <p:cNvSpPr>
            <a:spLocks noGrp="1"/>
          </p:cNvSpPr>
          <p:nvPr>
            <p:ph idx="1"/>
          </p:nvPr>
        </p:nvSpPr>
        <p:spPr>
          <a:xfrm>
            <a:off x="838200" y="2241176"/>
            <a:ext cx="9533626" cy="4197724"/>
          </a:xfrm>
        </p:spPr>
        <p:txBody>
          <a:bodyPr>
            <a:normAutofit fontScale="92500" lnSpcReduction="20000"/>
          </a:bodyPr>
          <a:lstStyle/>
          <a:p>
            <a:pPr marL="0" indent="0">
              <a:lnSpc>
                <a:spcPct val="100000"/>
              </a:lnSpc>
              <a:spcBef>
                <a:spcPts val="105"/>
              </a:spcBef>
              <a:buNone/>
              <a:tabLst>
                <a:tab pos="354965" algn="l"/>
                <a:tab pos="1745614" algn="l"/>
                <a:tab pos="3128010" algn="l"/>
                <a:tab pos="4283075" algn="l"/>
                <a:tab pos="4973320" algn="l"/>
                <a:tab pos="5987415" algn="l"/>
                <a:tab pos="6641465" algn="l"/>
                <a:tab pos="8002270" algn="l"/>
                <a:tab pos="8965565" algn="l"/>
                <a:tab pos="10355580" algn="l"/>
              </a:tabLst>
            </a:pPr>
            <a:endParaRPr lang="id-ID" sz="1600" spc="-10" dirty="0">
              <a:latin typeface="Bahnschrift" panose="020B0502040204020203" pitchFamily="34" charset="0"/>
              <a:cs typeface="Roboto"/>
            </a:endParaRPr>
          </a:p>
          <a:p>
            <a:pPr marL="355600" marR="6985" indent="-342900">
              <a:lnSpc>
                <a:spcPct val="100000"/>
              </a:lnSpc>
              <a:spcBef>
                <a:spcPts val="105"/>
              </a:spcBef>
              <a:buFont typeface="Wingdings" panose="05000000000000000000" pitchFamily="2" charset="2"/>
              <a:buChar char="Ø"/>
              <a:tabLst>
                <a:tab pos="355600" algn="l"/>
              </a:tabLst>
            </a:pPr>
            <a:r>
              <a:rPr lang="en-ID" sz="1700" dirty="0">
                <a:latin typeface="Bahnschrift" panose="020B0502040204020203" pitchFamily="34" charset="0"/>
                <a:cs typeface="Arial"/>
              </a:rPr>
              <a:t>PESERTA</a:t>
            </a:r>
            <a:r>
              <a:rPr lang="en-ID" sz="1700" spc="130" dirty="0">
                <a:latin typeface="Bahnschrift" panose="020B0502040204020203" pitchFamily="34" charset="0"/>
                <a:cs typeface="Arial"/>
              </a:rPr>
              <a:t> </a:t>
            </a:r>
            <a:r>
              <a:rPr lang="en-ID" sz="1700" dirty="0">
                <a:latin typeface="Bahnschrift" panose="020B0502040204020203" pitchFamily="34" charset="0"/>
                <a:cs typeface="Arial"/>
              </a:rPr>
              <a:t>TIDAK</a:t>
            </a:r>
            <a:r>
              <a:rPr lang="en-ID" sz="1700" spc="150" dirty="0">
                <a:latin typeface="Bahnschrift" panose="020B0502040204020203" pitchFamily="34" charset="0"/>
                <a:cs typeface="Arial"/>
              </a:rPr>
              <a:t> </a:t>
            </a:r>
            <a:r>
              <a:rPr lang="en-ID" sz="1700" dirty="0">
                <a:latin typeface="Bahnschrift" panose="020B0502040204020203" pitchFamily="34" charset="0"/>
                <a:cs typeface="Arial"/>
              </a:rPr>
              <a:t>DAPAT</a:t>
            </a:r>
            <a:r>
              <a:rPr lang="en-ID" sz="1700" spc="155" dirty="0">
                <a:latin typeface="Bahnschrift" panose="020B0502040204020203" pitchFamily="34" charset="0"/>
                <a:cs typeface="Arial"/>
              </a:rPr>
              <a:t> </a:t>
            </a:r>
            <a:r>
              <a:rPr lang="en-ID" sz="1700" dirty="0">
                <a:latin typeface="Bahnschrift" panose="020B0502040204020203" pitchFamily="34" charset="0"/>
                <a:cs typeface="Arial"/>
              </a:rPr>
              <a:t>MENYELESAIKAN</a:t>
            </a:r>
            <a:r>
              <a:rPr lang="en-ID" sz="1700" spc="140" dirty="0">
                <a:latin typeface="Bahnschrift" panose="020B0502040204020203" pitchFamily="34" charset="0"/>
                <a:cs typeface="Arial"/>
              </a:rPr>
              <a:t> </a:t>
            </a:r>
            <a:r>
              <a:rPr lang="en-ID" sz="1700" dirty="0">
                <a:latin typeface="Bahnschrift" panose="020B0502040204020203" pitchFamily="34" charset="0"/>
                <a:cs typeface="Arial"/>
              </a:rPr>
              <a:t>TEMBAKAN</a:t>
            </a:r>
            <a:r>
              <a:rPr lang="en-ID" sz="1700" spc="150" dirty="0">
                <a:latin typeface="Bahnschrift" panose="020B0502040204020203" pitchFamily="34" charset="0"/>
                <a:cs typeface="Arial"/>
              </a:rPr>
              <a:t> </a:t>
            </a:r>
            <a:r>
              <a:rPr lang="en-ID" sz="1700" dirty="0">
                <a:latin typeface="Bahnschrift" panose="020B0502040204020203" pitchFamily="34" charset="0"/>
                <a:cs typeface="Arial"/>
              </a:rPr>
              <a:t>SEBANYAK</a:t>
            </a:r>
            <a:r>
              <a:rPr lang="en-ID" sz="1700" spc="150" dirty="0">
                <a:latin typeface="Bahnschrift" panose="020B0502040204020203" pitchFamily="34" charset="0"/>
                <a:cs typeface="Arial"/>
              </a:rPr>
              <a:t> </a:t>
            </a:r>
            <a:r>
              <a:rPr lang="en-ID" sz="1700" dirty="0">
                <a:latin typeface="Bahnschrift" panose="020B0502040204020203" pitchFamily="34" charset="0"/>
                <a:cs typeface="Arial"/>
              </a:rPr>
              <a:t>10</a:t>
            </a:r>
            <a:r>
              <a:rPr lang="en-ID" sz="1700" spc="150" dirty="0">
                <a:latin typeface="Bahnschrift" panose="020B0502040204020203" pitchFamily="34" charset="0"/>
                <a:cs typeface="Arial"/>
              </a:rPr>
              <a:t> </a:t>
            </a:r>
            <a:r>
              <a:rPr lang="en-ID" sz="1700" dirty="0">
                <a:latin typeface="Bahnschrift" panose="020B0502040204020203" pitchFamily="34" charset="0"/>
                <a:cs typeface="Arial"/>
              </a:rPr>
              <a:t>BUTIR</a:t>
            </a:r>
            <a:r>
              <a:rPr lang="en-ID" sz="1700" spc="140" dirty="0">
                <a:latin typeface="Bahnschrift" panose="020B0502040204020203" pitchFamily="34" charset="0"/>
                <a:cs typeface="Arial"/>
              </a:rPr>
              <a:t> </a:t>
            </a:r>
            <a:r>
              <a:rPr lang="en-ID" sz="1700" dirty="0">
                <a:latin typeface="Bahnschrift" panose="020B0502040204020203" pitchFamily="34" charset="0"/>
                <a:cs typeface="Arial"/>
              </a:rPr>
              <a:t>DIKARENAKAN</a:t>
            </a:r>
            <a:r>
              <a:rPr lang="en-ID" sz="1700" spc="114" dirty="0">
                <a:latin typeface="Bahnschrift" panose="020B0502040204020203" pitchFamily="34" charset="0"/>
                <a:cs typeface="Arial"/>
              </a:rPr>
              <a:t> </a:t>
            </a:r>
            <a:r>
              <a:rPr lang="en-ID" sz="1700" dirty="0">
                <a:latin typeface="Bahnschrift" panose="020B0502040204020203" pitchFamily="34" charset="0"/>
                <a:cs typeface="Arial"/>
              </a:rPr>
              <a:t>WAKTU</a:t>
            </a:r>
            <a:r>
              <a:rPr lang="en-ID" sz="1700" spc="160" dirty="0">
                <a:latin typeface="Bahnschrift" panose="020B0502040204020203" pitchFamily="34" charset="0"/>
                <a:cs typeface="Arial"/>
              </a:rPr>
              <a:t> </a:t>
            </a:r>
            <a:r>
              <a:rPr lang="en-ID" sz="1700" spc="-10" dirty="0">
                <a:latin typeface="Bahnschrift" panose="020B0502040204020203" pitchFamily="34" charset="0"/>
                <a:cs typeface="Arial"/>
              </a:rPr>
              <a:t>HABIS </a:t>
            </a:r>
            <a:r>
              <a:rPr lang="en-ID" sz="1700" dirty="0">
                <a:latin typeface="Bahnschrift" panose="020B0502040204020203" pitchFamily="34" charset="0"/>
                <a:cs typeface="Arial"/>
              </a:rPr>
              <a:t>ATAU</a:t>
            </a:r>
            <a:r>
              <a:rPr lang="en-ID" sz="1700" spc="-35" dirty="0">
                <a:latin typeface="Bahnschrift" panose="020B0502040204020203" pitchFamily="34" charset="0"/>
                <a:cs typeface="Arial"/>
              </a:rPr>
              <a:t> </a:t>
            </a:r>
            <a:r>
              <a:rPr lang="en-ID" sz="1700" dirty="0">
                <a:latin typeface="Bahnschrift" panose="020B0502040204020203" pitchFamily="34" charset="0"/>
                <a:cs typeface="Arial"/>
              </a:rPr>
              <a:t>TERLALU</a:t>
            </a:r>
            <a:r>
              <a:rPr lang="en-ID" sz="1700" spc="-55" dirty="0">
                <a:latin typeface="Bahnschrift" panose="020B0502040204020203" pitchFamily="34" charset="0"/>
                <a:cs typeface="Arial"/>
              </a:rPr>
              <a:t> </a:t>
            </a:r>
            <a:r>
              <a:rPr lang="en-ID" sz="1700" dirty="0">
                <a:latin typeface="Bahnschrift" panose="020B0502040204020203" pitchFamily="34" charset="0"/>
                <a:cs typeface="Arial"/>
              </a:rPr>
              <a:t>LAMBAT</a:t>
            </a:r>
            <a:r>
              <a:rPr lang="en-ID" sz="1700" spc="-30" dirty="0">
                <a:latin typeface="Bahnschrift" panose="020B0502040204020203" pitchFamily="34" charset="0"/>
                <a:cs typeface="Arial"/>
              </a:rPr>
              <a:t> </a:t>
            </a:r>
            <a:r>
              <a:rPr lang="en-ID" sz="1700" dirty="0">
                <a:latin typeface="Bahnschrift" panose="020B0502040204020203" pitchFamily="34" charset="0"/>
                <a:cs typeface="Arial"/>
              </a:rPr>
              <a:t>DALAM</a:t>
            </a:r>
            <a:r>
              <a:rPr lang="en-ID" sz="1700" spc="-40" dirty="0">
                <a:latin typeface="Bahnschrift" panose="020B0502040204020203" pitchFamily="34" charset="0"/>
                <a:cs typeface="Arial"/>
              </a:rPr>
              <a:t> </a:t>
            </a:r>
            <a:r>
              <a:rPr lang="en-ID" sz="1700" dirty="0">
                <a:latin typeface="Bahnschrift" panose="020B0502040204020203" pitchFamily="34" charset="0"/>
                <a:cs typeface="Arial"/>
              </a:rPr>
              <a:t>MELAKSANAKAN</a:t>
            </a:r>
            <a:r>
              <a:rPr lang="en-ID" sz="1700" spc="-55" dirty="0">
                <a:latin typeface="Bahnschrift" panose="020B0502040204020203" pitchFamily="34" charset="0"/>
                <a:cs typeface="Arial"/>
              </a:rPr>
              <a:t> </a:t>
            </a:r>
            <a:r>
              <a:rPr lang="en-ID" sz="1700" spc="-10" dirty="0">
                <a:latin typeface="Bahnschrift" panose="020B0502040204020203" pitchFamily="34" charset="0"/>
                <a:cs typeface="Arial"/>
              </a:rPr>
              <a:t>MENEMBAK.</a:t>
            </a:r>
            <a:endParaRPr lang="en-ID" sz="1700" dirty="0">
              <a:latin typeface="Bahnschrift" panose="020B0502040204020203" pitchFamily="34" charset="0"/>
              <a:cs typeface="Arial"/>
            </a:endParaRPr>
          </a:p>
          <a:p>
            <a:pPr marL="354965" indent="-342265">
              <a:lnSpc>
                <a:spcPct val="100000"/>
              </a:lnSpc>
              <a:spcBef>
                <a:spcPts val="2160"/>
              </a:spcBef>
              <a:buFont typeface="Wingdings" panose="05000000000000000000" pitchFamily="2" charset="2"/>
              <a:buChar char="Ø"/>
              <a:tabLst>
                <a:tab pos="354965" algn="l"/>
              </a:tabLst>
            </a:pPr>
            <a:r>
              <a:rPr lang="en-ID" sz="1700" dirty="0">
                <a:latin typeface="Bahnschrift" panose="020B0502040204020203" pitchFamily="34" charset="0"/>
                <a:cs typeface="Arial"/>
              </a:rPr>
              <a:t>PESERTA</a:t>
            </a:r>
            <a:r>
              <a:rPr lang="en-ID" sz="1700" spc="100" dirty="0">
                <a:latin typeface="Bahnschrift" panose="020B0502040204020203" pitchFamily="34" charset="0"/>
                <a:cs typeface="Arial"/>
              </a:rPr>
              <a:t>  </a:t>
            </a:r>
            <a:r>
              <a:rPr lang="en-ID" sz="1700" dirty="0">
                <a:latin typeface="Bahnschrift" panose="020B0502040204020203" pitchFamily="34" charset="0"/>
                <a:cs typeface="Arial"/>
              </a:rPr>
              <a:t>TIDAK</a:t>
            </a:r>
            <a:r>
              <a:rPr lang="en-ID" sz="1700" spc="110" dirty="0">
                <a:latin typeface="Bahnschrift" panose="020B0502040204020203" pitchFamily="34" charset="0"/>
                <a:cs typeface="Arial"/>
              </a:rPr>
              <a:t>  </a:t>
            </a:r>
            <a:r>
              <a:rPr lang="en-ID" sz="1700" dirty="0">
                <a:latin typeface="Bahnschrift" panose="020B0502040204020203" pitchFamily="34" charset="0"/>
                <a:cs typeface="Arial"/>
              </a:rPr>
              <a:t>DAPAT</a:t>
            </a:r>
            <a:r>
              <a:rPr lang="en-ID" sz="1700" spc="110" dirty="0">
                <a:latin typeface="Bahnschrift" panose="020B0502040204020203" pitchFamily="34" charset="0"/>
                <a:cs typeface="Arial"/>
              </a:rPr>
              <a:t>  </a:t>
            </a:r>
            <a:r>
              <a:rPr lang="en-ID" sz="1700" dirty="0">
                <a:latin typeface="Bahnschrift" panose="020B0502040204020203" pitchFamily="34" charset="0"/>
                <a:cs typeface="Arial"/>
              </a:rPr>
              <a:t>MENYELESAIKAN</a:t>
            </a:r>
            <a:r>
              <a:rPr lang="en-ID" sz="1700" spc="105" dirty="0">
                <a:latin typeface="Bahnschrift" panose="020B0502040204020203" pitchFamily="34" charset="0"/>
                <a:cs typeface="Arial"/>
              </a:rPr>
              <a:t>  </a:t>
            </a:r>
            <a:r>
              <a:rPr lang="en-ID" sz="1700" dirty="0">
                <a:latin typeface="Bahnschrift" panose="020B0502040204020203" pitchFamily="34" charset="0"/>
                <a:cs typeface="Arial"/>
              </a:rPr>
              <a:t>TEMBAKAN</a:t>
            </a:r>
            <a:r>
              <a:rPr lang="en-ID" sz="1700" spc="100" dirty="0">
                <a:latin typeface="Bahnschrift" panose="020B0502040204020203" pitchFamily="34" charset="0"/>
                <a:cs typeface="Arial"/>
              </a:rPr>
              <a:t>  </a:t>
            </a:r>
            <a:r>
              <a:rPr lang="en-ID" sz="1700" dirty="0">
                <a:latin typeface="Bahnschrift" panose="020B0502040204020203" pitchFamily="34" charset="0"/>
                <a:cs typeface="Arial"/>
              </a:rPr>
              <a:t>SEBANYAK</a:t>
            </a:r>
            <a:r>
              <a:rPr lang="en-ID" sz="1700" spc="110" dirty="0">
                <a:latin typeface="Bahnschrift" panose="020B0502040204020203" pitchFamily="34" charset="0"/>
                <a:cs typeface="Arial"/>
              </a:rPr>
              <a:t>  </a:t>
            </a:r>
            <a:r>
              <a:rPr lang="en-ID" sz="1700" dirty="0">
                <a:latin typeface="Bahnschrift" panose="020B0502040204020203" pitchFamily="34" charset="0"/>
                <a:cs typeface="Arial"/>
              </a:rPr>
              <a:t>10</a:t>
            </a:r>
            <a:r>
              <a:rPr lang="en-ID" sz="1700" spc="105" dirty="0">
                <a:latin typeface="Bahnschrift" panose="020B0502040204020203" pitchFamily="34" charset="0"/>
                <a:cs typeface="Arial"/>
              </a:rPr>
              <a:t>  </a:t>
            </a:r>
            <a:r>
              <a:rPr lang="en-ID" sz="1700" dirty="0">
                <a:latin typeface="Bahnschrift" panose="020B0502040204020203" pitchFamily="34" charset="0"/>
                <a:cs typeface="Arial"/>
              </a:rPr>
              <a:t>BUTIR</a:t>
            </a:r>
            <a:r>
              <a:rPr lang="en-ID" sz="1700" spc="105" dirty="0">
                <a:latin typeface="Bahnschrift" panose="020B0502040204020203" pitchFamily="34" charset="0"/>
                <a:cs typeface="Arial"/>
              </a:rPr>
              <a:t>  </a:t>
            </a:r>
            <a:r>
              <a:rPr lang="en-ID" sz="1700" dirty="0">
                <a:latin typeface="Bahnschrift" panose="020B0502040204020203" pitchFamily="34" charset="0"/>
                <a:cs typeface="Arial"/>
              </a:rPr>
              <a:t>DIKARENAKAN</a:t>
            </a:r>
            <a:r>
              <a:rPr lang="en-ID" sz="1700" spc="105" dirty="0">
                <a:latin typeface="Bahnschrift" panose="020B0502040204020203" pitchFamily="34" charset="0"/>
                <a:cs typeface="Arial"/>
              </a:rPr>
              <a:t>  </a:t>
            </a:r>
            <a:r>
              <a:rPr lang="en-ID" sz="1700" spc="-10" dirty="0">
                <a:latin typeface="Bahnschrift" panose="020B0502040204020203" pitchFamily="34" charset="0"/>
                <a:cs typeface="Arial"/>
              </a:rPr>
              <a:t>TERJADI</a:t>
            </a:r>
            <a:r>
              <a:rPr lang="id-ID" sz="1700" spc="-10" dirty="0">
                <a:latin typeface="Bahnschrift" panose="020B0502040204020203" pitchFamily="34" charset="0"/>
                <a:cs typeface="Arial"/>
              </a:rPr>
              <a:t> </a:t>
            </a:r>
            <a:r>
              <a:rPr lang="en-ID" sz="1700" dirty="0">
                <a:latin typeface="Bahnschrift" panose="020B0502040204020203" pitchFamily="34" charset="0"/>
                <a:cs typeface="Arial"/>
              </a:rPr>
              <a:t>GANGGUAN</a:t>
            </a:r>
            <a:r>
              <a:rPr lang="en-ID" sz="1700" spc="-40" dirty="0">
                <a:latin typeface="Bahnschrift" panose="020B0502040204020203" pitchFamily="34" charset="0"/>
                <a:cs typeface="Arial"/>
              </a:rPr>
              <a:t> </a:t>
            </a:r>
            <a:r>
              <a:rPr lang="en-ID" sz="1700" dirty="0">
                <a:latin typeface="Bahnschrift" panose="020B0502040204020203" pitchFamily="34" charset="0"/>
                <a:cs typeface="Arial"/>
              </a:rPr>
              <a:t>YANG</a:t>
            </a:r>
            <a:r>
              <a:rPr lang="en-ID" sz="1700" spc="-5" dirty="0">
                <a:latin typeface="Bahnschrift" panose="020B0502040204020203" pitchFamily="34" charset="0"/>
                <a:cs typeface="Arial"/>
              </a:rPr>
              <a:t> </a:t>
            </a:r>
            <a:r>
              <a:rPr lang="en-ID" sz="1700" dirty="0">
                <a:latin typeface="Bahnschrift" panose="020B0502040204020203" pitchFamily="34" charset="0"/>
                <a:cs typeface="Arial"/>
              </a:rPr>
              <a:t>TIDAK</a:t>
            </a:r>
            <a:r>
              <a:rPr lang="en-ID" sz="1700" spc="-35" dirty="0">
                <a:latin typeface="Bahnschrift" panose="020B0502040204020203" pitchFamily="34" charset="0"/>
                <a:cs typeface="Arial"/>
              </a:rPr>
              <a:t> </a:t>
            </a:r>
            <a:r>
              <a:rPr lang="en-ID" sz="1700" dirty="0">
                <a:latin typeface="Bahnschrift" panose="020B0502040204020203" pitchFamily="34" charset="0"/>
                <a:cs typeface="Arial"/>
              </a:rPr>
              <a:t>BISA</a:t>
            </a:r>
            <a:r>
              <a:rPr lang="en-ID" sz="1700" spc="-40" dirty="0">
                <a:latin typeface="Bahnschrift" panose="020B0502040204020203" pitchFamily="34" charset="0"/>
                <a:cs typeface="Arial"/>
              </a:rPr>
              <a:t> </a:t>
            </a:r>
            <a:r>
              <a:rPr lang="en-ID" sz="1700" dirty="0">
                <a:latin typeface="Bahnschrift" panose="020B0502040204020203" pitchFamily="34" charset="0"/>
                <a:cs typeface="Arial"/>
              </a:rPr>
              <a:t>DIATASI</a:t>
            </a:r>
            <a:r>
              <a:rPr lang="en-ID" sz="1700" spc="-45" dirty="0">
                <a:latin typeface="Bahnschrift" panose="020B0502040204020203" pitchFamily="34" charset="0"/>
                <a:cs typeface="Arial"/>
              </a:rPr>
              <a:t> </a:t>
            </a:r>
            <a:r>
              <a:rPr lang="en-ID" sz="1700" dirty="0">
                <a:latin typeface="Bahnschrift" panose="020B0502040204020203" pitchFamily="34" charset="0"/>
                <a:cs typeface="Arial"/>
              </a:rPr>
              <a:t>PADA</a:t>
            </a:r>
            <a:r>
              <a:rPr lang="en-ID" sz="1700" spc="-40" dirty="0">
                <a:latin typeface="Bahnschrift" panose="020B0502040204020203" pitchFamily="34" charset="0"/>
                <a:cs typeface="Arial"/>
              </a:rPr>
              <a:t> </a:t>
            </a:r>
            <a:r>
              <a:rPr lang="en-ID" sz="1700" dirty="0">
                <a:latin typeface="Bahnschrift" panose="020B0502040204020203" pitchFamily="34" charset="0"/>
                <a:cs typeface="Arial"/>
              </a:rPr>
              <a:t>PISTOL</a:t>
            </a:r>
            <a:r>
              <a:rPr lang="en-ID" sz="1700" spc="-40" dirty="0">
                <a:latin typeface="Bahnschrift" panose="020B0502040204020203" pitchFamily="34" charset="0"/>
                <a:cs typeface="Arial"/>
              </a:rPr>
              <a:t> </a:t>
            </a:r>
            <a:r>
              <a:rPr lang="en-ID" sz="1700" dirty="0">
                <a:latin typeface="Bahnschrift" panose="020B0502040204020203" pitchFamily="34" charset="0"/>
                <a:cs typeface="Arial"/>
              </a:rPr>
              <a:t>SEHINGGA</a:t>
            </a:r>
            <a:r>
              <a:rPr lang="en-ID" sz="1700" spc="-40" dirty="0">
                <a:latin typeface="Bahnschrift" panose="020B0502040204020203" pitchFamily="34" charset="0"/>
                <a:cs typeface="Arial"/>
              </a:rPr>
              <a:t> </a:t>
            </a:r>
            <a:r>
              <a:rPr lang="en-ID" sz="1700" dirty="0">
                <a:latin typeface="Bahnschrift" panose="020B0502040204020203" pitchFamily="34" charset="0"/>
                <a:cs typeface="Arial"/>
              </a:rPr>
              <a:t>TIDAK</a:t>
            </a:r>
            <a:r>
              <a:rPr lang="en-ID" sz="1700" spc="-50" dirty="0">
                <a:latin typeface="Bahnschrift" panose="020B0502040204020203" pitchFamily="34" charset="0"/>
                <a:cs typeface="Arial"/>
              </a:rPr>
              <a:t> </a:t>
            </a:r>
            <a:r>
              <a:rPr lang="en-ID" sz="1700" dirty="0">
                <a:latin typeface="Bahnschrift" panose="020B0502040204020203" pitchFamily="34" charset="0"/>
                <a:cs typeface="Arial"/>
              </a:rPr>
              <a:t>DAPAT</a:t>
            </a:r>
            <a:r>
              <a:rPr lang="en-ID" sz="1700" spc="-30" dirty="0">
                <a:latin typeface="Bahnschrift" panose="020B0502040204020203" pitchFamily="34" charset="0"/>
                <a:cs typeface="Arial"/>
              </a:rPr>
              <a:t> </a:t>
            </a:r>
            <a:r>
              <a:rPr lang="en-ID" sz="1700" dirty="0">
                <a:latin typeface="Bahnschrift" panose="020B0502040204020203" pitchFamily="34" charset="0"/>
                <a:cs typeface="Arial"/>
              </a:rPr>
              <a:t>MELANJUTKAN</a:t>
            </a:r>
            <a:r>
              <a:rPr lang="en-ID" sz="1700" spc="-55" dirty="0">
                <a:latin typeface="Bahnschrift" panose="020B0502040204020203" pitchFamily="34" charset="0"/>
                <a:cs typeface="Arial"/>
              </a:rPr>
              <a:t> </a:t>
            </a:r>
            <a:r>
              <a:rPr lang="en-ID" sz="1700" spc="-10" dirty="0">
                <a:latin typeface="Bahnschrift" panose="020B0502040204020203" pitchFamily="34" charset="0"/>
                <a:cs typeface="Arial"/>
              </a:rPr>
              <a:t>TEMBAKAN.</a:t>
            </a:r>
            <a:endParaRPr lang="en-ID" sz="1700" dirty="0">
              <a:latin typeface="Bahnschrift" panose="020B0502040204020203" pitchFamily="34" charset="0"/>
              <a:cs typeface="Arial"/>
            </a:endParaRPr>
          </a:p>
          <a:p>
            <a:pPr marL="355600" marR="5080" indent="-342900">
              <a:lnSpc>
                <a:spcPct val="100000"/>
              </a:lnSpc>
              <a:spcBef>
                <a:spcPts val="2160"/>
              </a:spcBef>
              <a:buFont typeface="Wingdings" panose="05000000000000000000" pitchFamily="2" charset="2"/>
              <a:buChar char="Ø"/>
              <a:tabLst>
                <a:tab pos="355600" algn="l"/>
              </a:tabLst>
            </a:pPr>
            <a:r>
              <a:rPr lang="en-ID" sz="1700" dirty="0">
                <a:latin typeface="Bahnschrift" panose="020B0502040204020203" pitchFamily="34" charset="0"/>
                <a:cs typeface="Arial"/>
              </a:rPr>
              <a:t>PESERTA</a:t>
            </a:r>
            <a:r>
              <a:rPr lang="en-ID" sz="1700" spc="320" dirty="0">
                <a:latin typeface="Bahnschrift" panose="020B0502040204020203" pitchFamily="34" charset="0"/>
                <a:cs typeface="Arial"/>
              </a:rPr>
              <a:t> </a:t>
            </a:r>
            <a:r>
              <a:rPr lang="en-ID" sz="1700" dirty="0">
                <a:latin typeface="Bahnschrift" panose="020B0502040204020203" pitchFamily="34" charset="0"/>
                <a:cs typeface="Arial"/>
              </a:rPr>
              <a:t>TIDAK</a:t>
            </a:r>
            <a:r>
              <a:rPr lang="en-ID" sz="1700" spc="330" dirty="0">
                <a:latin typeface="Bahnschrift" panose="020B0502040204020203" pitchFamily="34" charset="0"/>
                <a:cs typeface="Arial"/>
              </a:rPr>
              <a:t> </a:t>
            </a:r>
            <a:r>
              <a:rPr lang="en-ID" sz="1700" dirty="0">
                <a:latin typeface="Bahnschrift" panose="020B0502040204020203" pitchFamily="34" charset="0"/>
                <a:cs typeface="Arial"/>
              </a:rPr>
              <a:t>DAPAT</a:t>
            </a:r>
            <a:r>
              <a:rPr lang="en-ID" sz="1700" spc="330" dirty="0">
                <a:latin typeface="Bahnschrift" panose="020B0502040204020203" pitchFamily="34" charset="0"/>
                <a:cs typeface="Arial"/>
              </a:rPr>
              <a:t> </a:t>
            </a:r>
            <a:r>
              <a:rPr lang="en-ID" sz="1700" dirty="0">
                <a:latin typeface="Bahnschrift" panose="020B0502040204020203" pitchFamily="34" charset="0"/>
                <a:cs typeface="Arial"/>
              </a:rPr>
              <a:t>MENYELESAIKAN</a:t>
            </a:r>
            <a:r>
              <a:rPr lang="en-ID" sz="1700" spc="320" dirty="0">
                <a:latin typeface="Bahnschrift" panose="020B0502040204020203" pitchFamily="34" charset="0"/>
                <a:cs typeface="Arial"/>
              </a:rPr>
              <a:t> </a:t>
            </a:r>
            <a:r>
              <a:rPr lang="en-ID" sz="1700" dirty="0">
                <a:latin typeface="Bahnschrift" panose="020B0502040204020203" pitchFamily="34" charset="0"/>
                <a:cs typeface="Arial"/>
              </a:rPr>
              <a:t>TEMBAKAN</a:t>
            </a:r>
            <a:r>
              <a:rPr lang="en-ID" sz="1700" spc="335" dirty="0">
                <a:latin typeface="Bahnschrift" panose="020B0502040204020203" pitchFamily="34" charset="0"/>
                <a:cs typeface="Arial"/>
              </a:rPr>
              <a:t> </a:t>
            </a:r>
            <a:r>
              <a:rPr lang="en-ID" sz="1700" dirty="0">
                <a:latin typeface="Bahnschrift" panose="020B0502040204020203" pitchFamily="34" charset="0"/>
                <a:cs typeface="Arial"/>
              </a:rPr>
              <a:t>SEBANYAK</a:t>
            </a:r>
            <a:r>
              <a:rPr lang="en-ID" sz="1700" spc="330" dirty="0">
                <a:latin typeface="Bahnschrift" panose="020B0502040204020203" pitchFamily="34" charset="0"/>
                <a:cs typeface="Arial"/>
              </a:rPr>
              <a:t> </a:t>
            </a:r>
            <a:r>
              <a:rPr lang="en-ID" sz="1700" dirty="0">
                <a:latin typeface="Bahnschrift" panose="020B0502040204020203" pitchFamily="34" charset="0"/>
                <a:cs typeface="Arial"/>
              </a:rPr>
              <a:t>10</a:t>
            </a:r>
            <a:r>
              <a:rPr lang="en-ID" sz="1700" spc="330" dirty="0">
                <a:latin typeface="Bahnschrift" panose="020B0502040204020203" pitchFamily="34" charset="0"/>
                <a:cs typeface="Arial"/>
              </a:rPr>
              <a:t> </a:t>
            </a:r>
            <a:r>
              <a:rPr lang="en-ID" sz="1700" dirty="0">
                <a:latin typeface="Bahnschrift" panose="020B0502040204020203" pitchFamily="34" charset="0"/>
                <a:cs typeface="Arial"/>
              </a:rPr>
              <a:t>BUTIR</a:t>
            </a:r>
            <a:r>
              <a:rPr lang="en-ID" sz="1700" spc="325" dirty="0">
                <a:latin typeface="Bahnschrift" panose="020B0502040204020203" pitchFamily="34" charset="0"/>
                <a:cs typeface="Arial"/>
              </a:rPr>
              <a:t> </a:t>
            </a:r>
            <a:r>
              <a:rPr lang="en-ID" sz="1700" dirty="0">
                <a:latin typeface="Bahnschrift" panose="020B0502040204020203" pitchFamily="34" charset="0"/>
                <a:cs typeface="Arial"/>
              </a:rPr>
              <a:t>DIKARENAKAN</a:t>
            </a:r>
            <a:r>
              <a:rPr lang="en-ID" sz="1700" spc="330" dirty="0">
                <a:latin typeface="Bahnschrift" panose="020B0502040204020203" pitchFamily="34" charset="0"/>
                <a:cs typeface="Arial"/>
              </a:rPr>
              <a:t> </a:t>
            </a:r>
            <a:r>
              <a:rPr lang="en-ID" sz="1700" spc="-10" dirty="0">
                <a:latin typeface="Bahnschrift" panose="020B0502040204020203" pitchFamily="34" charset="0"/>
                <a:cs typeface="Arial"/>
              </a:rPr>
              <a:t>MENGATASI </a:t>
            </a:r>
            <a:r>
              <a:rPr lang="en-ID" sz="1700" dirty="0">
                <a:latin typeface="Bahnschrift" panose="020B0502040204020203" pitchFamily="34" charset="0"/>
                <a:cs typeface="Arial"/>
              </a:rPr>
              <a:t>GANGGUAN</a:t>
            </a:r>
            <a:r>
              <a:rPr lang="en-ID" sz="1700" spc="-35" dirty="0">
                <a:latin typeface="Bahnschrift" panose="020B0502040204020203" pitchFamily="34" charset="0"/>
                <a:cs typeface="Arial"/>
              </a:rPr>
              <a:t> </a:t>
            </a:r>
            <a:r>
              <a:rPr lang="en-ID" sz="1700" dirty="0">
                <a:latin typeface="Bahnschrift" panose="020B0502040204020203" pitchFamily="34" charset="0"/>
                <a:cs typeface="Arial"/>
              </a:rPr>
              <a:t>YANG</a:t>
            </a:r>
            <a:r>
              <a:rPr lang="en-ID" sz="1700" spc="-15" dirty="0">
                <a:latin typeface="Bahnschrift" panose="020B0502040204020203" pitchFamily="34" charset="0"/>
                <a:cs typeface="Arial"/>
              </a:rPr>
              <a:t> </a:t>
            </a:r>
            <a:r>
              <a:rPr lang="en-ID" sz="1700" dirty="0">
                <a:latin typeface="Bahnschrift" panose="020B0502040204020203" pitchFamily="34" charset="0"/>
                <a:cs typeface="Arial"/>
              </a:rPr>
              <a:t>TERJADI</a:t>
            </a:r>
            <a:r>
              <a:rPr lang="en-ID" sz="1700" spc="-60" dirty="0">
                <a:latin typeface="Bahnschrift" panose="020B0502040204020203" pitchFamily="34" charset="0"/>
                <a:cs typeface="Arial"/>
              </a:rPr>
              <a:t> </a:t>
            </a:r>
            <a:r>
              <a:rPr lang="en-ID" sz="1700" dirty="0">
                <a:latin typeface="Bahnschrift" panose="020B0502040204020203" pitchFamily="34" charset="0"/>
                <a:cs typeface="Arial"/>
              </a:rPr>
              <a:t>SELAMA</a:t>
            </a:r>
            <a:r>
              <a:rPr lang="en-ID" sz="1700" spc="-65" dirty="0">
                <a:latin typeface="Bahnschrift" panose="020B0502040204020203" pitchFamily="34" charset="0"/>
                <a:cs typeface="Arial"/>
              </a:rPr>
              <a:t> </a:t>
            </a:r>
            <a:r>
              <a:rPr lang="en-ID" sz="1700" dirty="0">
                <a:latin typeface="Bahnschrift" panose="020B0502040204020203" pitchFamily="34" charset="0"/>
                <a:cs typeface="Arial"/>
              </a:rPr>
              <a:t>WAKTU</a:t>
            </a:r>
            <a:r>
              <a:rPr lang="en-ID" sz="1700" spc="-75" dirty="0">
                <a:latin typeface="Bahnschrift" panose="020B0502040204020203" pitchFamily="34" charset="0"/>
                <a:cs typeface="Arial"/>
              </a:rPr>
              <a:t> </a:t>
            </a:r>
            <a:r>
              <a:rPr lang="en-ID" sz="1700" spc="-10" dirty="0">
                <a:latin typeface="Bahnschrift" panose="020B0502040204020203" pitchFamily="34" charset="0"/>
                <a:cs typeface="Arial"/>
              </a:rPr>
              <a:t>MENEMBAK.</a:t>
            </a:r>
            <a:endParaRPr lang="en-ID" sz="1700" dirty="0">
              <a:latin typeface="Bahnschrift" panose="020B0502040204020203" pitchFamily="34" charset="0"/>
              <a:cs typeface="Arial"/>
            </a:endParaRPr>
          </a:p>
          <a:p>
            <a:pPr marL="354965" indent="-342265">
              <a:lnSpc>
                <a:spcPct val="100000"/>
              </a:lnSpc>
              <a:spcBef>
                <a:spcPts val="2160"/>
              </a:spcBef>
              <a:buFont typeface="Wingdings" panose="05000000000000000000" pitchFamily="2" charset="2"/>
              <a:buChar char="Ø"/>
              <a:tabLst>
                <a:tab pos="354965" algn="l"/>
              </a:tabLst>
            </a:pPr>
            <a:r>
              <a:rPr lang="en-ID" sz="1700" dirty="0">
                <a:latin typeface="Bahnschrift" panose="020B0502040204020203" pitchFamily="34" charset="0"/>
                <a:cs typeface="Arial"/>
              </a:rPr>
              <a:t>PESERTA</a:t>
            </a:r>
            <a:r>
              <a:rPr lang="en-ID" sz="1700" spc="-50" dirty="0">
                <a:latin typeface="Bahnschrift" panose="020B0502040204020203" pitchFamily="34" charset="0"/>
                <a:cs typeface="Arial"/>
              </a:rPr>
              <a:t> </a:t>
            </a:r>
            <a:r>
              <a:rPr lang="en-ID" sz="1700" dirty="0">
                <a:latin typeface="Bahnschrift" panose="020B0502040204020203" pitchFamily="34" charset="0"/>
                <a:cs typeface="Arial"/>
              </a:rPr>
              <a:t>MENGISI</a:t>
            </a:r>
            <a:r>
              <a:rPr lang="en-ID" sz="1700" spc="-40" dirty="0">
                <a:latin typeface="Bahnschrift" panose="020B0502040204020203" pitchFamily="34" charset="0"/>
                <a:cs typeface="Arial"/>
              </a:rPr>
              <a:t> </a:t>
            </a:r>
            <a:r>
              <a:rPr lang="en-ID" sz="1700" dirty="0">
                <a:latin typeface="Bahnschrift" panose="020B0502040204020203" pitchFamily="34" charset="0"/>
                <a:cs typeface="Arial"/>
              </a:rPr>
              <a:t>PELURU</a:t>
            </a:r>
            <a:r>
              <a:rPr lang="en-ID" sz="1700" spc="-35" dirty="0">
                <a:latin typeface="Bahnschrift" panose="020B0502040204020203" pitchFamily="34" charset="0"/>
                <a:cs typeface="Arial"/>
              </a:rPr>
              <a:t> </a:t>
            </a:r>
            <a:r>
              <a:rPr lang="en-ID" sz="1700" dirty="0">
                <a:latin typeface="Bahnschrift" panose="020B0502040204020203" pitchFamily="34" charset="0"/>
                <a:cs typeface="Arial"/>
              </a:rPr>
              <a:t>KURANG</a:t>
            </a:r>
            <a:r>
              <a:rPr lang="en-ID" sz="1700" spc="-40" dirty="0">
                <a:latin typeface="Bahnschrift" panose="020B0502040204020203" pitchFamily="34" charset="0"/>
                <a:cs typeface="Arial"/>
              </a:rPr>
              <a:t> </a:t>
            </a:r>
            <a:r>
              <a:rPr lang="en-ID" sz="1700" dirty="0">
                <a:latin typeface="Bahnschrift" panose="020B0502040204020203" pitchFamily="34" charset="0"/>
                <a:cs typeface="Arial"/>
              </a:rPr>
              <a:t>DARI</a:t>
            </a:r>
            <a:r>
              <a:rPr lang="en-ID" sz="1700" spc="-40" dirty="0">
                <a:latin typeface="Bahnschrift" panose="020B0502040204020203" pitchFamily="34" charset="0"/>
                <a:cs typeface="Arial"/>
              </a:rPr>
              <a:t> </a:t>
            </a:r>
            <a:r>
              <a:rPr lang="en-ID" sz="1700" dirty="0">
                <a:latin typeface="Bahnschrift" panose="020B0502040204020203" pitchFamily="34" charset="0"/>
                <a:cs typeface="Arial"/>
              </a:rPr>
              <a:t>10</a:t>
            </a:r>
            <a:r>
              <a:rPr lang="en-ID" sz="1700" spc="-20" dirty="0">
                <a:latin typeface="Bahnschrift" panose="020B0502040204020203" pitchFamily="34" charset="0"/>
                <a:cs typeface="Arial"/>
              </a:rPr>
              <a:t> </a:t>
            </a:r>
            <a:r>
              <a:rPr lang="en-ID" sz="1700" dirty="0">
                <a:latin typeface="Bahnschrift" panose="020B0502040204020203" pitchFamily="34" charset="0"/>
                <a:cs typeface="Arial"/>
              </a:rPr>
              <a:t>BUTIR</a:t>
            </a:r>
            <a:r>
              <a:rPr lang="en-ID" sz="1700" spc="-45" dirty="0">
                <a:latin typeface="Bahnschrift" panose="020B0502040204020203" pitchFamily="34" charset="0"/>
                <a:cs typeface="Arial"/>
              </a:rPr>
              <a:t> </a:t>
            </a:r>
            <a:r>
              <a:rPr lang="en-ID" sz="1700" dirty="0">
                <a:latin typeface="Bahnschrift" panose="020B0502040204020203" pitchFamily="34" charset="0"/>
                <a:cs typeface="Arial"/>
              </a:rPr>
              <a:t>DAN</a:t>
            </a:r>
            <a:r>
              <a:rPr lang="en-ID" sz="1700" spc="-25" dirty="0">
                <a:latin typeface="Bahnschrift" panose="020B0502040204020203" pitchFamily="34" charset="0"/>
                <a:cs typeface="Arial"/>
              </a:rPr>
              <a:t> </a:t>
            </a:r>
            <a:r>
              <a:rPr lang="en-ID" sz="1700" dirty="0">
                <a:latin typeface="Bahnschrift" panose="020B0502040204020203" pitchFamily="34" charset="0"/>
                <a:cs typeface="Arial"/>
              </a:rPr>
              <a:t>TIDAK</a:t>
            </a:r>
            <a:r>
              <a:rPr lang="en-ID" sz="1700" spc="-45" dirty="0">
                <a:latin typeface="Bahnschrift" panose="020B0502040204020203" pitchFamily="34" charset="0"/>
                <a:cs typeface="Arial"/>
              </a:rPr>
              <a:t> </a:t>
            </a:r>
            <a:r>
              <a:rPr lang="en-ID" sz="1700" dirty="0">
                <a:latin typeface="Bahnschrift" panose="020B0502040204020203" pitchFamily="34" charset="0"/>
                <a:cs typeface="Arial"/>
              </a:rPr>
              <a:t>MENYADARI</a:t>
            </a:r>
            <a:r>
              <a:rPr lang="en-ID" sz="1700" spc="-15" dirty="0">
                <a:latin typeface="Bahnschrift" panose="020B0502040204020203" pitchFamily="34" charset="0"/>
                <a:cs typeface="Arial"/>
              </a:rPr>
              <a:t> </a:t>
            </a:r>
            <a:r>
              <a:rPr lang="en-ID" sz="1700" dirty="0">
                <a:latin typeface="Bahnschrift" panose="020B0502040204020203" pitchFamily="34" charset="0"/>
                <a:cs typeface="Arial"/>
              </a:rPr>
              <a:t>HAL</a:t>
            </a:r>
            <a:r>
              <a:rPr lang="en-ID" sz="1700" spc="-30" dirty="0">
                <a:latin typeface="Bahnschrift" panose="020B0502040204020203" pitchFamily="34" charset="0"/>
                <a:cs typeface="Arial"/>
              </a:rPr>
              <a:t> </a:t>
            </a:r>
            <a:r>
              <a:rPr lang="en-ID" sz="1700" spc="-10" dirty="0">
                <a:latin typeface="Bahnschrift" panose="020B0502040204020203" pitchFamily="34" charset="0"/>
                <a:cs typeface="Arial"/>
              </a:rPr>
              <a:t>TERSEBUT.</a:t>
            </a:r>
            <a:endParaRPr lang="en-ID" sz="1700" dirty="0">
              <a:latin typeface="Bahnschrift" panose="020B0502040204020203" pitchFamily="34" charset="0"/>
              <a:cs typeface="Arial"/>
            </a:endParaRPr>
          </a:p>
          <a:p>
            <a:pPr marL="355600" marR="5080" indent="-342900">
              <a:lnSpc>
                <a:spcPct val="100000"/>
              </a:lnSpc>
              <a:spcBef>
                <a:spcPts val="2160"/>
              </a:spcBef>
              <a:buFont typeface="Wingdings" panose="05000000000000000000" pitchFamily="2" charset="2"/>
              <a:buChar char="Ø"/>
              <a:tabLst>
                <a:tab pos="355600" algn="l"/>
              </a:tabLst>
            </a:pPr>
            <a:r>
              <a:rPr lang="en-ID" sz="1700" dirty="0">
                <a:latin typeface="Bahnschrift" panose="020B0502040204020203" pitchFamily="34" charset="0"/>
                <a:cs typeface="Arial"/>
              </a:rPr>
              <a:t>PESERTA</a:t>
            </a:r>
            <a:r>
              <a:rPr lang="en-ID" sz="1700" spc="45" dirty="0">
                <a:latin typeface="Bahnschrift" panose="020B0502040204020203" pitchFamily="34" charset="0"/>
                <a:cs typeface="Arial"/>
              </a:rPr>
              <a:t>  </a:t>
            </a:r>
            <a:r>
              <a:rPr lang="en-ID" sz="1700" dirty="0">
                <a:latin typeface="Bahnschrift" panose="020B0502040204020203" pitchFamily="34" charset="0"/>
                <a:cs typeface="Arial"/>
              </a:rPr>
              <a:t>SENGAJA</a:t>
            </a:r>
            <a:r>
              <a:rPr lang="en-ID" sz="1700" spc="40" dirty="0">
                <a:latin typeface="Bahnschrift" panose="020B0502040204020203" pitchFamily="34" charset="0"/>
                <a:cs typeface="Arial"/>
              </a:rPr>
              <a:t>  </a:t>
            </a:r>
            <a:r>
              <a:rPr lang="en-ID" sz="1700" dirty="0">
                <a:latin typeface="Bahnschrift" panose="020B0502040204020203" pitchFamily="34" charset="0"/>
                <a:cs typeface="Arial"/>
              </a:rPr>
              <a:t>BERHENTI</a:t>
            </a:r>
            <a:r>
              <a:rPr lang="en-ID" sz="1700" spc="40" dirty="0">
                <a:latin typeface="Bahnschrift" panose="020B0502040204020203" pitchFamily="34" charset="0"/>
                <a:cs typeface="Arial"/>
              </a:rPr>
              <a:t>  </a:t>
            </a:r>
            <a:r>
              <a:rPr lang="en-ID" sz="1700" dirty="0">
                <a:latin typeface="Bahnschrift" panose="020B0502040204020203" pitchFamily="34" charset="0"/>
                <a:cs typeface="Arial"/>
              </a:rPr>
              <a:t>MENEMBAK</a:t>
            </a:r>
            <a:r>
              <a:rPr lang="en-ID" sz="1700" spc="40" dirty="0">
                <a:latin typeface="Bahnschrift" panose="020B0502040204020203" pitchFamily="34" charset="0"/>
                <a:cs typeface="Arial"/>
              </a:rPr>
              <a:t>  </a:t>
            </a:r>
            <a:r>
              <a:rPr lang="en-ID" sz="1700" dirty="0">
                <a:latin typeface="Bahnschrift" panose="020B0502040204020203" pitchFamily="34" charset="0"/>
                <a:cs typeface="Arial"/>
              </a:rPr>
              <a:t>KURANG</a:t>
            </a:r>
            <a:r>
              <a:rPr lang="en-ID" sz="1700" spc="45" dirty="0">
                <a:latin typeface="Bahnschrift" panose="020B0502040204020203" pitchFamily="34" charset="0"/>
                <a:cs typeface="Arial"/>
              </a:rPr>
              <a:t>  </a:t>
            </a:r>
            <a:r>
              <a:rPr lang="en-ID" sz="1700" dirty="0">
                <a:latin typeface="Bahnschrift" panose="020B0502040204020203" pitchFamily="34" charset="0"/>
                <a:cs typeface="Arial"/>
              </a:rPr>
              <a:t>DARI</a:t>
            </a:r>
            <a:r>
              <a:rPr lang="en-ID" sz="1700" spc="40" dirty="0">
                <a:latin typeface="Bahnschrift" panose="020B0502040204020203" pitchFamily="34" charset="0"/>
                <a:cs typeface="Arial"/>
              </a:rPr>
              <a:t>  </a:t>
            </a:r>
            <a:r>
              <a:rPr lang="en-ID" sz="1700" dirty="0">
                <a:latin typeface="Bahnschrift" panose="020B0502040204020203" pitchFamily="34" charset="0"/>
                <a:cs typeface="Arial"/>
              </a:rPr>
              <a:t>10</a:t>
            </a:r>
            <a:r>
              <a:rPr lang="en-ID" sz="1700" spc="40" dirty="0">
                <a:latin typeface="Bahnschrift" panose="020B0502040204020203" pitchFamily="34" charset="0"/>
                <a:cs typeface="Arial"/>
              </a:rPr>
              <a:t>  </a:t>
            </a:r>
            <a:r>
              <a:rPr lang="en-ID" sz="1700" dirty="0">
                <a:latin typeface="Bahnschrift" panose="020B0502040204020203" pitchFamily="34" charset="0"/>
                <a:cs typeface="Arial"/>
              </a:rPr>
              <a:t>BUTIR</a:t>
            </a:r>
            <a:r>
              <a:rPr lang="en-ID" sz="1700" spc="35" dirty="0">
                <a:latin typeface="Bahnschrift" panose="020B0502040204020203" pitchFamily="34" charset="0"/>
                <a:cs typeface="Arial"/>
              </a:rPr>
              <a:t>  </a:t>
            </a:r>
            <a:r>
              <a:rPr lang="en-ID" sz="1700" dirty="0">
                <a:latin typeface="Bahnschrift" panose="020B0502040204020203" pitchFamily="34" charset="0"/>
                <a:cs typeface="Arial"/>
              </a:rPr>
              <a:t>SEBELUM</a:t>
            </a:r>
            <a:r>
              <a:rPr lang="en-ID" sz="1700" spc="20" dirty="0">
                <a:latin typeface="Bahnschrift" panose="020B0502040204020203" pitchFamily="34" charset="0"/>
                <a:cs typeface="Arial"/>
              </a:rPr>
              <a:t>  </a:t>
            </a:r>
            <a:r>
              <a:rPr lang="en-ID" sz="1700" dirty="0">
                <a:latin typeface="Bahnschrift" panose="020B0502040204020203" pitchFamily="34" charset="0"/>
                <a:cs typeface="Arial"/>
              </a:rPr>
              <a:t>WAKTU</a:t>
            </a:r>
            <a:r>
              <a:rPr lang="en-ID" sz="1700" spc="40" dirty="0">
                <a:latin typeface="Bahnschrift" panose="020B0502040204020203" pitchFamily="34" charset="0"/>
                <a:cs typeface="Arial"/>
              </a:rPr>
              <a:t>  </a:t>
            </a:r>
            <a:r>
              <a:rPr lang="en-ID" sz="1700" spc="-10" dirty="0">
                <a:latin typeface="Bahnschrift" panose="020B0502040204020203" pitchFamily="34" charset="0"/>
                <a:cs typeface="Arial"/>
              </a:rPr>
              <a:t>MENEMBAK SELESAI.</a:t>
            </a:r>
            <a:endParaRPr lang="id-ID" sz="1700" spc="-10" dirty="0">
              <a:latin typeface="Bahnschrift" panose="020B0502040204020203" pitchFamily="34" charset="0"/>
              <a:cs typeface="Arial"/>
            </a:endParaRPr>
          </a:p>
          <a:p>
            <a:pPr marL="355600" marR="5080" indent="-342900">
              <a:lnSpc>
                <a:spcPct val="100000"/>
              </a:lnSpc>
              <a:spcBef>
                <a:spcPts val="2160"/>
              </a:spcBef>
              <a:buFont typeface="Wingdings" panose="05000000000000000000" pitchFamily="2" charset="2"/>
              <a:buChar char="Ø"/>
              <a:tabLst>
                <a:tab pos="355600" algn="l"/>
              </a:tabLst>
            </a:pPr>
            <a:r>
              <a:rPr lang="en-ID" sz="1600" dirty="0">
                <a:latin typeface="Bahnschrift" panose="020B0502040204020203" pitchFamily="34" charset="0"/>
                <a:cs typeface="Arial"/>
              </a:rPr>
              <a:t>APABILA</a:t>
            </a:r>
            <a:r>
              <a:rPr lang="en-ID" sz="1600" spc="250" dirty="0">
                <a:latin typeface="Bahnschrift" panose="020B0502040204020203" pitchFamily="34" charset="0"/>
                <a:cs typeface="Arial"/>
              </a:rPr>
              <a:t> </a:t>
            </a:r>
            <a:r>
              <a:rPr lang="en-ID" sz="1600" dirty="0">
                <a:latin typeface="Bahnschrift" panose="020B0502040204020203" pitchFamily="34" charset="0"/>
                <a:cs typeface="Arial"/>
              </a:rPr>
              <a:t>HAL</a:t>
            </a:r>
            <a:r>
              <a:rPr lang="en-ID" sz="1600" spc="235" dirty="0">
                <a:latin typeface="Bahnschrift" panose="020B0502040204020203" pitchFamily="34" charset="0"/>
                <a:cs typeface="Arial"/>
              </a:rPr>
              <a:t> </a:t>
            </a:r>
            <a:r>
              <a:rPr lang="en-ID" sz="1600" dirty="0">
                <a:latin typeface="Bahnschrift" panose="020B0502040204020203" pitchFamily="34" charset="0"/>
                <a:cs typeface="Arial"/>
              </a:rPr>
              <a:t>INI</a:t>
            </a:r>
            <a:r>
              <a:rPr lang="en-ID" sz="1600" spc="240" dirty="0">
                <a:latin typeface="Bahnschrift" panose="020B0502040204020203" pitchFamily="34" charset="0"/>
                <a:cs typeface="Arial"/>
              </a:rPr>
              <a:t> </a:t>
            </a:r>
            <a:r>
              <a:rPr lang="en-ID" sz="1600" dirty="0">
                <a:latin typeface="Bahnschrift" panose="020B0502040204020203" pitchFamily="34" charset="0"/>
                <a:cs typeface="Arial"/>
              </a:rPr>
              <a:t>(DNF)</a:t>
            </a:r>
            <a:r>
              <a:rPr lang="en-ID" sz="1600" spc="240" dirty="0">
                <a:latin typeface="Bahnschrift" panose="020B0502040204020203" pitchFamily="34" charset="0"/>
                <a:cs typeface="Arial"/>
              </a:rPr>
              <a:t> </a:t>
            </a:r>
            <a:r>
              <a:rPr lang="en-ID" sz="1600" dirty="0">
                <a:latin typeface="Bahnschrift" panose="020B0502040204020203" pitchFamily="34" charset="0"/>
                <a:cs typeface="Arial"/>
              </a:rPr>
              <a:t>TERJADI,</a:t>
            </a:r>
            <a:r>
              <a:rPr lang="en-ID" sz="1600" spc="245" dirty="0">
                <a:latin typeface="Bahnschrift" panose="020B0502040204020203" pitchFamily="34" charset="0"/>
                <a:cs typeface="Arial"/>
              </a:rPr>
              <a:t> </a:t>
            </a:r>
            <a:r>
              <a:rPr lang="en-ID" sz="1600" dirty="0">
                <a:latin typeface="Bahnschrift" panose="020B0502040204020203" pitchFamily="34" charset="0"/>
                <a:cs typeface="Arial"/>
              </a:rPr>
              <a:t>MAKA</a:t>
            </a:r>
            <a:r>
              <a:rPr lang="en-ID" sz="1600" spc="250" dirty="0">
                <a:latin typeface="Bahnschrift" panose="020B0502040204020203" pitchFamily="34" charset="0"/>
                <a:cs typeface="Arial"/>
              </a:rPr>
              <a:t> </a:t>
            </a:r>
            <a:r>
              <a:rPr lang="en-ID" sz="1600" dirty="0">
                <a:latin typeface="Bahnschrift" panose="020B0502040204020203" pitchFamily="34" charset="0"/>
                <a:cs typeface="Arial"/>
              </a:rPr>
              <a:t>NILAI</a:t>
            </a:r>
            <a:r>
              <a:rPr lang="en-ID" sz="1600" spc="240" dirty="0">
                <a:latin typeface="Bahnschrift" panose="020B0502040204020203" pitchFamily="34" charset="0"/>
                <a:cs typeface="Arial"/>
              </a:rPr>
              <a:t> </a:t>
            </a:r>
            <a:r>
              <a:rPr lang="en-ID" sz="1600" dirty="0">
                <a:latin typeface="Bahnschrift" panose="020B0502040204020203" pitchFamily="34" charset="0"/>
                <a:cs typeface="Arial"/>
              </a:rPr>
              <a:t>PESERTA</a:t>
            </a:r>
            <a:r>
              <a:rPr lang="en-ID" sz="1600" spc="235" dirty="0">
                <a:latin typeface="Bahnschrift" panose="020B0502040204020203" pitchFamily="34" charset="0"/>
                <a:cs typeface="Arial"/>
              </a:rPr>
              <a:t> </a:t>
            </a:r>
            <a:r>
              <a:rPr lang="en-ID" sz="1600" dirty="0">
                <a:latin typeface="Bahnschrift" panose="020B0502040204020203" pitchFamily="34" charset="0"/>
                <a:cs typeface="Arial"/>
              </a:rPr>
              <a:t>DIHITUNG</a:t>
            </a:r>
            <a:r>
              <a:rPr lang="en-ID" sz="1600" spc="250" dirty="0">
                <a:latin typeface="Bahnschrift" panose="020B0502040204020203" pitchFamily="34" charset="0"/>
                <a:cs typeface="Arial"/>
              </a:rPr>
              <a:t> </a:t>
            </a:r>
            <a:r>
              <a:rPr lang="en-ID" sz="1600" dirty="0">
                <a:latin typeface="Bahnschrift" panose="020B0502040204020203" pitchFamily="34" charset="0"/>
                <a:cs typeface="Arial"/>
              </a:rPr>
              <a:t>BERDASARKAN</a:t>
            </a:r>
            <a:r>
              <a:rPr lang="en-ID" sz="1600" spc="245" dirty="0">
                <a:latin typeface="Bahnschrift" panose="020B0502040204020203" pitchFamily="34" charset="0"/>
                <a:cs typeface="Arial"/>
              </a:rPr>
              <a:t> </a:t>
            </a:r>
            <a:r>
              <a:rPr lang="en-ID" sz="1600" dirty="0">
                <a:latin typeface="Bahnschrift" panose="020B0502040204020203" pitchFamily="34" charset="0"/>
                <a:cs typeface="Arial"/>
              </a:rPr>
              <a:t>TEMBAKAN</a:t>
            </a:r>
            <a:r>
              <a:rPr lang="en-ID" sz="1600" spc="260" dirty="0">
                <a:latin typeface="Bahnschrift" panose="020B0502040204020203" pitchFamily="34" charset="0"/>
                <a:cs typeface="Arial"/>
              </a:rPr>
              <a:t> </a:t>
            </a:r>
            <a:r>
              <a:rPr lang="en-ID" sz="1600" dirty="0">
                <a:latin typeface="Bahnschrift" panose="020B0502040204020203" pitchFamily="34" charset="0"/>
                <a:cs typeface="Arial"/>
              </a:rPr>
              <a:t>YANG</a:t>
            </a:r>
            <a:r>
              <a:rPr lang="en-ID" sz="1600" spc="250" dirty="0">
                <a:latin typeface="Bahnschrift" panose="020B0502040204020203" pitchFamily="34" charset="0"/>
                <a:cs typeface="Arial"/>
              </a:rPr>
              <a:t> </a:t>
            </a:r>
            <a:r>
              <a:rPr lang="en-ID" sz="1600" spc="-10" dirty="0">
                <a:latin typeface="Bahnschrift" panose="020B0502040204020203" pitchFamily="34" charset="0"/>
                <a:cs typeface="Arial"/>
              </a:rPr>
              <a:t>TELAH</a:t>
            </a:r>
            <a:r>
              <a:rPr lang="id-ID" sz="1600" spc="-10" dirty="0">
                <a:latin typeface="Bahnschrift" panose="020B0502040204020203" pitchFamily="34" charset="0"/>
                <a:cs typeface="Arial"/>
              </a:rPr>
              <a:t> </a:t>
            </a:r>
            <a:r>
              <a:rPr lang="en-ID" sz="1600" dirty="0">
                <a:latin typeface="Bahnschrift" panose="020B0502040204020203" pitchFamily="34" charset="0"/>
                <a:cs typeface="Arial"/>
              </a:rPr>
              <a:t>DILAKSANAKAN</a:t>
            </a:r>
            <a:r>
              <a:rPr lang="en-ID" sz="1600" spc="-60" dirty="0">
                <a:latin typeface="Bahnschrift" panose="020B0502040204020203" pitchFamily="34" charset="0"/>
                <a:cs typeface="Arial"/>
              </a:rPr>
              <a:t> </a:t>
            </a:r>
            <a:r>
              <a:rPr lang="en-ID" sz="1600" dirty="0">
                <a:latin typeface="Bahnschrift" panose="020B0502040204020203" pitchFamily="34" charset="0"/>
                <a:cs typeface="Arial"/>
              </a:rPr>
              <a:t>SAJA,</a:t>
            </a:r>
            <a:r>
              <a:rPr lang="en-ID" sz="1600" spc="-50" dirty="0">
                <a:latin typeface="Bahnschrift" panose="020B0502040204020203" pitchFamily="34" charset="0"/>
                <a:cs typeface="Arial"/>
              </a:rPr>
              <a:t> </a:t>
            </a:r>
            <a:r>
              <a:rPr lang="en-ID" sz="1600" dirty="0">
                <a:latin typeface="Bahnschrift" panose="020B0502040204020203" pitchFamily="34" charset="0"/>
                <a:cs typeface="Arial"/>
              </a:rPr>
              <a:t>TIDAK</a:t>
            </a:r>
            <a:r>
              <a:rPr lang="en-ID" sz="1600" spc="-35" dirty="0">
                <a:latin typeface="Bahnschrift" panose="020B0502040204020203" pitchFamily="34" charset="0"/>
                <a:cs typeface="Arial"/>
              </a:rPr>
              <a:t> </a:t>
            </a:r>
            <a:r>
              <a:rPr lang="en-ID" sz="1600" dirty="0">
                <a:latin typeface="Bahnschrift" panose="020B0502040204020203" pitchFamily="34" charset="0"/>
                <a:cs typeface="Arial"/>
              </a:rPr>
              <a:t>ADA</a:t>
            </a:r>
            <a:r>
              <a:rPr lang="en-ID" sz="1600" spc="-30" dirty="0">
                <a:latin typeface="Bahnschrift" panose="020B0502040204020203" pitchFamily="34" charset="0"/>
                <a:cs typeface="Arial"/>
              </a:rPr>
              <a:t> </a:t>
            </a:r>
            <a:r>
              <a:rPr lang="en-ID" sz="1600" dirty="0">
                <a:latin typeface="Bahnschrift" panose="020B0502040204020203" pitchFamily="34" charset="0"/>
                <a:cs typeface="Arial"/>
              </a:rPr>
              <a:t>PENAMBAHAN</a:t>
            </a:r>
            <a:r>
              <a:rPr lang="en-ID" sz="1600" spc="-50" dirty="0">
                <a:latin typeface="Bahnschrift" panose="020B0502040204020203" pitchFamily="34" charset="0"/>
                <a:cs typeface="Arial"/>
              </a:rPr>
              <a:t> </a:t>
            </a:r>
            <a:r>
              <a:rPr lang="en-ID" sz="1600" dirty="0">
                <a:latin typeface="Bahnschrift" panose="020B0502040204020203" pitchFamily="34" charset="0"/>
                <a:cs typeface="Arial"/>
              </a:rPr>
              <a:t>WAKTU</a:t>
            </a:r>
            <a:r>
              <a:rPr lang="en-ID" sz="1600" spc="-55" dirty="0">
                <a:latin typeface="Bahnschrift" panose="020B0502040204020203" pitchFamily="34" charset="0"/>
                <a:cs typeface="Arial"/>
              </a:rPr>
              <a:t> </a:t>
            </a:r>
            <a:r>
              <a:rPr lang="en-ID" sz="1600" dirty="0">
                <a:latin typeface="Bahnschrift" panose="020B0502040204020203" pitchFamily="34" charset="0"/>
                <a:cs typeface="Arial"/>
              </a:rPr>
              <a:t>YANG</a:t>
            </a:r>
            <a:r>
              <a:rPr lang="en-ID" sz="1600" spc="-5" dirty="0">
                <a:latin typeface="Bahnschrift" panose="020B0502040204020203" pitchFamily="34" charset="0"/>
                <a:cs typeface="Arial"/>
              </a:rPr>
              <a:t> </a:t>
            </a:r>
            <a:r>
              <a:rPr lang="en-ID" sz="1600" dirty="0">
                <a:latin typeface="Bahnschrift" panose="020B0502040204020203" pitchFamily="34" charset="0"/>
                <a:cs typeface="Arial"/>
              </a:rPr>
              <a:t>DIBERIKAN</a:t>
            </a:r>
            <a:r>
              <a:rPr lang="en-ID" sz="1600" spc="-35" dirty="0">
                <a:latin typeface="Bahnschrift" panose="020B0502040204020203" pitchFamily="34" charset="0"/>
                <a:cs typeface="Arial"/>
              </a:rPr>
              <a:t> </a:t>
            </a:r>
            <a:r>
              <a:rPr lang="en-ID" sz="1600" dirty="0">
                <a:latin typeface="Bahnschrift" panose="020B0502040204020203" pitchFamily="34" charset="0"/>
                <a:cs typeface="Arial"/>
              </a:rPr>
              <a:t>KEPADA</a:t>
            </a:r>
            <a:r>
              <a:rPr lang="en-ID" sz="1600" spc="-45" dirty="0">
                <a:latin typeface="Bahnschrift" panose="020B0502040204020203" pitchFamily="34" charset="0"/>
                <a:cs typeface="Arial"/>
              </a:rPr>
              <a:t> </a:t>
            </a:r>
            <a:r>
              <a:rPr lang="en-ID" sz="1600" dirty="0">
                <a:latin typeface="Bahnschrift" panose="020B0502040204020203" pitchFamily="34" charset="0"/>
                <a:cs typeface="Arial"/>
              </a:rPr>
              <a:t>PETEMBAK</a:t>
            </a:r>
            <a:r>
              <a:rPr lang="en-ID" sz="1600" spc="-50" dirty="0">
                <a:latin typeface="Bahnschrift" panose="020B0502040204020203" pitchFamily="34" charset="0"/>
                <a:cs typeface="Arial"/>
              </a:rPr>
              <a:t> </a:t>
            </a:r>
            <a:r>
              <a:rPr lang="en-ID" sz="1600" spc="-10" dirty="0">
                <a:latin typeface="Bahnschrift" panose="020B0502040204020203" pitchFamily="34" charset="0"/>
                <a:cs typeface="Arial"/>
              </a:rPr>
              <a:t>TERSEBUT.</a:t>
            </a:r>
            <a:endParaRPr lang="en-ID" sz="1600" dirty="0">
              <a:latin typeface="Bahnschrift" panose="020B0502040204020203" pitchFamily="34" charset="0"/>
              <a:cs typeface="Arial"/>
            </a:endParaRPr>
          </a:p>
          <a:p>
            <a:endParaRPr lang="en-ID" sz="1600" dirty="0">
              <a:latin typeface="Bahnschrift" panose="020B0502040204020203" pitchFamily="34" charset="0"/>
            </a:endParaRPr>
          </a:p>
        </p:txBody>
      </p:sp>
      <p:pic>
        <p:nvPicPr>
          <p:cNvPr id="4" name="Picture 3">
            <a:extLst>
              <a:ext uri="{FF2B5EF4-FFF2-40B4-BE49-F238E27FC236}">
                <a16:creationId xmlns:a16="http://schemas.microsoft.com/office/drawing/2014/main" id="{07ACEA29-7D2F-4B18-AA03-DE54FDF9D4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33727" y="268941"/>
            <a:ext cx="857345" cy="764928"/>
          </a:xfrm>
          <a:prstGeom prst="rect">
            <a:avLst/>
          </a:prstGeom>
        </p:spPr>
      </p:pic>
    </p:spTree>
    <p:extLst>
      <p:ext uri="{BB962C8B-B14F-4D97-AF65-F5344CB8AC3E}">
        <p14:creationId xmlns:p14="http://schemas.microsoft.com/office/powerpoint/2010/main" val="403056903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Title 1">
            <a:extLst>
              <a:ext uri="{FF2B5EF4-FFF2-40B4-BE49-F238E27FC236}">
                <a16:creationId xmlns:a16="http://schemas.microsoft.com/office/drawing/2014/main" id="{BE0F7260-0C35-4EF8-9571-B4B3FE74C88F}"/>
              </a:ext>
            </a:extLst>
          </p:cNvPr>
          <p:cNvSpPr>
            <a:spLocks noGrp="1"/>
          </p:cNvSpPr>
          <p:nvPr>
            <p:ph type="title"/>
          </p:nvPr>
        </p:nvSpPr>
        <p:spPr>
          <a:xfrm>
            <a:off x="838200" y="365125"/>
            <a:ext cx="10515599" cy="1508499"/>
          </a:xfrm>
        </p:spPr>
        <p:txBody>
          <a:bodyPr>
            <a:normAutofit/>
          </a:bodyPr>
          <a:lstStyle/>
          <a:p>
            <a:r>
              <a:rPr lang="id-ID" b="1" i="1" dirty="0">
                <a:latin typeface="Bahnschrift" panose="020B0502040204020203" pitchFamily="34" charset="0"/>
              </a:rPr>
              <a:t>DUELING PLAT</a:t>
            </a:r>
          </a:p>
        </p:txBody>
      </p:sp>
      <p:sp>
        <p:nvSpPr>
          <p:cNvPr id="3" name="Content Placeholder 2">
            <a:extLst>
              <a:ext uri="{FF2B5EF4-FFF2-40B4-BE49-F238E27FC236}">
                <a16:creationId xmlns:a16="http://schemas.microsoft.com/office/drawing/2014/main" id="{8DD1B654-C228-4DB1-A801-73E11813295B}"/>
              </a:ext>
            </a:extLst>
          </p:cNvPr>
          <p:cNvSpPr>
            <a:spLocks noGrp="1"/>
          </p:cNvSpPr>
          <p:nvPr>
            <p:ph idx="1"/>
          </p:nvPr>
        </p:nvSpPr>
        <p:spPr>
          <a:xfrm>
            <a:off x="838200" y="2390444"/>
            <a:ext cx="10515600" cy="3786520"/>
          </a:xfrm>
        </p:spPr>
        <p:txBody>
          <a:bodyPr>
            <a:normAutofit/>
          </a:bodyPr>
          <a:lstStyle/>
          <a:p>
            <a:pPr marL="0" indent="0">
              <a:buNone/>
            </a:pPr>
            <a:endParaRPr lang="id-ID" sz="1600" b="1" dirty="0">
              <a:latin typeface="Bahnschrift" panose="020B0502040204020203" pitchFamily="34" charset="0"/>
            </a:endParaRPr>
          </a:p>
          <a:p>
            <a:pPr marL="0" indent="0">
              <a:buNone/>
            </a:pPr>
            <a:r>
              <a:rPr lang="id-ID" sz="1600" dirty="0">
                <a:latin typeface="Bahnschrift" panose="020B0502040204020203" pitchFamily="34" charset="0"/>
              </a:rPr>
              <a:t>JARAK			: 15 METER</a:t>
            </a:r>
          </a:p>
          <a:p>
            <a:pPr marL="0" indent="0">
              <a:buNone/>
            </a:pPr>
            <a:r>
              <a:rPr lang="id-ID" sz="1600" dirty="0">
                <a:latin typeface="Bahnschrift" panose="020B0502040204020203" pitchFamily="34" charset="0"/>
              </a:rPr>
              <a:t>SIKAP			: BERDIRI</a:t>
            </a:r>
          </a:p>
          <a:p>
            <a:pPr marL="0" indent="0">
              <a:buNone/>
            </a:pPr>
            <a:r>
              <a:rPr lang="id-ID" sz="1600" dirty="0">
                <a:latin typeface="Bahnschrift" panose="020B0502040204020203" pitchFamily="34" charset="0"/>
              </a:rPr>
              <a:t>SASARAN		: 5 PLATE BULAT, 1 POPPER (PENENTU)</a:t>
            </a:r>
          </a:p>
          <a:p>
            <a:pPr marL="0" indent="0">
              <a:buNone/>
            </a:pPr>
            <a:r>
              <a:rPr lang="id-ID" sz="1600" dirty="0">
                <a:latin typeface="Bahnschrift" panose="020B0502040204020203" pitchFamily="34" charset="0"/>
              </a:rPr>
              <a:t>JUMLAH PELURU 	: </a:t>
            </a:r>
            <a:r>
              <a:rPr lang="en-US" sz="1600" dirty="0">
                <a:latin typeface="Bahnschrift" panose="020B0502040204020203" pitchFamily="34" charset="0"/>
              </a:rPr>
              <a:t>10</a:t>
            </a:r>
            <a:r>
              <a:rPr lang="id-ID" sz="1600" dirty="0">
                <a:latin typeface="Bahnschrift" panose="020B0502040204020203" pitchFamily="34" charset="0"/>
              </a:rPr>
              <a:t> BUTIR</a:t>
            </a:r>
          </a:p>
          <a:p>
            <a:pPr lvl="5">
              <a:buFont typeface="Wingdings" panose="05000000000000000000" pitchFamily="2" charset="2"/>
              <a:buChar char="Ø"/>
            </a:pPr>
            <a:r>
              <a:rPr lang="id-ID" sz="1600" dirty="0">
                <a:latin typeface="Bahnschrift" panose="020B0502040204020203" pitchFamily="34" charset="0"/>
              </a:rPr>
              <a:t>AMUNISI DI SEDIAKAN </a:t>
            </a:r>
            <a:r>
              <a:rPr lang="en-US" sz="1600" dirty="0">
                <a:latin typeface="Bahnschrift" panose="020B0502040204020203" pitchFamily="34" charset="0"/>
              </a:rPr>
              <a:t>OLEH PESERTA</a:t>
            </a:r>
            <a:endParaRPr lang="id-ID" sz="1600" dirty="0">
              <a:latin typeface="Bahnschrift" panose="020B0502040204020203" pitchFamily="34" charset="0"/>
            </a:endParaRPr>
          </a:p>
          <a:p>
            <a:pPr marL="0" indent="0">
              <a:buNone/>
            </a:pPr>
            <a:r>
              <a:rPr lang="id-ID" sz="1600" dirty="0">
                <a:latin typeface="Bahnschrift" panose="020B0502040204020203" pitchFamily="34" charset="0"/>
              </a:rPr>
              <a:t>WAKTU 			: TIDAK TERBATAS</a:t>
            </a:r>
          </a:p>
          <a:p>
            <a:pPr marL="0" indent="0">
              <a:buNone/>
            </a:pPr>
            <a:r>
              <a:rPr lang="id-ID" sz="1600" dirty="0">
                <a:latin typeface="Bahnschrift" panose="020B0502040204020203" pitchFamily="34" charset="0"/>
              </a:rPr>
              <a:t>SENJATA 			: </a:t>
            </a:r>
          </a:p>
          <a:p>
            <a:pPr lvl="5">
              <a:buFont typeface="Wingdings" panose="05000000000000000000" pitchFamily="2" charset="2"/>
              <a:buChar char="Ø"/>
            </a:pPr>
            <a:r>
              <a:rPr lang="id-ID" sz="1600" dirty="0">
                <a:latin typeface="Bahnschrift" panose="020B0502040204020203" pitchFamily="34" charset="0"/>
              </a:rPr>
              <a:t> PISTOL PRODUCTION PEJERA LOGAM ORGANIK SATUAN </a:t>
            </a:r>
          </a:p>
          <a:p>
            <a:pPr lvl="5">
              <a:buFont typeface="Wingdings" panose="05000000000000000000" pitchFamily="2" charset="2"/>
              <a:buChar char="Ø"/>
            </a:pPr>
            <a:r>
              <a:rPr lang="id-ID" sz="1600" dirty="0">
                <a:latin typeface="Bahnschrift" panose="020B0502040204020203" pitchFamily="34" charset="0"/>
              </a:rPr>
              <a:t> MAKSIMAL PANJANG LARAS 5 </a:t>
            </a:r>
            <a:r>
              <a:rPr lang="en-GB" sz="1600" dirty="0">
                <a:latin typeface="Bahnschrift" panose="020B0502040204020203" pitchFamily="34" charset="0"/>
              </a:rPr>
              <a:t>INCHI</a:t>
            </a:r>
            <a:endParaRPr lang="id-ID" sz="1600" dirty="0">
              <a:latin typeface="Bahnschrift" panose="020B0502040204020203" pitchFamily="34" charset="0"/>
            </a:endParaRPr>
          </a:p>
        </p:txBody>
      </p:sp>
      <p:grpSp>
        <p:nvGrpSpPr>
          <p:cNvPr id="33" name="object 10">
            <a:extLst>
              <a:ext uri="{FF2B5EF4-FFF2-40B4-BE49-F238E27FC236}">
                <a16:creationId xmlns:a16="http://schemas.microsoft.com/office/drawing/2014/main" id="{A8D10D1A-7482-8926-E79E-F9B02711C617}"/>
              </a:ext>
            </a:extLst>
          </p:cNvPr>
          <p:cNvGrpSpPr/>
          <p:nvPr/>
        </p:nvGrpSpPr>
        <p:grpSpPr>
          <a:xfrm>
            <a:off x="8550537" y="2471482"/>
            <a:ext cx="3251200" cy="1915036"/>
            <a:chOff x="4272824" y="668045"/>
            <a:chExt cx="2943316" cy="1470634"/>
          </a:xfrm>
        </p:grpSpPr>
        <p:pic>
          <p:nvPicPr>
            <p:cNvPr id="34" name="object 11">
              <a:extLst>
                <a:ext uri="{FF2B5EF4-FFF2-40B4-BE49-F238E27FC236}">
                  <a16:creationId xmlns:a16="http://schemas.microsoft.com/office/drawing/2014/main" id="{E3A6CAF5-EA3A-1D6B-912E-299405AE1106}"/>
                </a:ext>
              </a:extLst>
            </p:cNvPr>
            <p:cNvPicPr/>
            <p:nvPr/>
          </p:nvPicPr>
          <p:blipFill>
            <a:blip r:embed="rId2" cstate="print"/>
            <a:stretch>
              <a:fillRect/>
            </a:stretch>
          </p:blipFill>
          <p:spPr>
            <a:xfrm>
              <a:off x="5707380" y="962659"/>
              <a:ext cx="160020" cy="256539"/>
            </a:xfrm>
            <a:prstGeom prst="rect">
              <a:avLst/>
            </a:prstGeom>
          </p:spPr>
        </p:pic>
        <p:pic>
          <p:nvPicPr>
            <p:cNvPr id="35" name="object 12">
              <a:extLst>
                <a:ext uri="{FF2B5EF4-FFF2-40B4-BE49-F238E27FC236}">
                  <a16:creationId xmlns:a16="http://schemas.microsoft.com/office/drawing/2014/main" id="{C69344B8-763A-652A-87B4-2442435D4BE6}"/>
                </a:ext>
              </a:extLst>
            </p:cNvPr>
            <p:cNvPicPr/>
            <p:nvPr/>
          </p:nvPicPr>
          <p:blipFill>
            <a:blip r:embed="rId3" cstate="print"/>
            <a:stretch>
              <a:fillRect/>
            </a:stretch>
          </p:blipFill>
          <p:spPr>
            <a:xfrm>
              <a:off x="4487355" y="741433"/>
              <a:ext cx="180339" cy="139700"/>
            </a:xfrm>
            <a:prstGeom prst="rect">
              <a:avLst/>
            </a:prstGeom>
          </p:spPr>
        </p:pic>
        <p:sp>
          <p:nvSpPr>
            <p:cNvPr id="36" name="object 13">
              <a:extLst>
                <a:ext uri="{FF2B5EF4-FFF2-40B4-BE49-F238E27FC236}">
                  <a16:creationId xmlns:a16="http://schemas.microsoft.com/office/drawing/2014/main" id="{158BBCB1-C458-F8C7-C822-C159BAABE9B7}"/>
                </a:ext>
              </a:extLst>
            </p:cNvPr>
            <p:cNvSpPr/>
            <p:nvPr/>
          </p:nvSpPr>
          <p:spPr>
            <a:xfrm>
              <a:off x="4564389" y="866140"/>
              <a:ext cx="24799" cy="323727"/>
            </a:xfrm>
            <a:custGeom>
              <a:avLst/>
              <a:gdLst/>
              <a:ahLst/>
              <a:cxnLst/>
              <a:rect l="l" t="t" r="r" b="b"/>
              <a:pathLst>
                <a:path w="20320" h="236219">
                  <a:moveTo>
                    <a:pt x="20320" y="0"/>
                  </a:moveTo>
                  <a:lnTo>
                    <a:pt x="0" y="0"/>
                  </a:lnTo>
                  <a:lnTo>
                    <a:pt x="0" y="236067"/>
                  </a:lnTo>
                  <a:lnTo>
                    <a:pt x="20320" y="236067"/>
                  </a:lnTo>
                  <a:lnTo>
                    <a:pt x="20320" y="0"/>
                  </a:lnTo>
                  <a:close/>
                </a:path>
              </a:pathLst>
            </a:custGeom>
            <a:solidFill>
              <a:srgbClr val="4579B8"/>
            </a:solidFill>
          </p:spPr>
          <p:txBody>
            <a:bodyPr wrap="square" lIns="0" tIns="0" rIns="0" bIns="0" rtlCol="0"/>
            <a:lstStyle/>
            <a:p>
              <a:endParaRPr/>
            </a:p>
          </p:txBody>
        </p:sp>
        <p:pic>
          <p:nvPicPr>
            <p:cNvPr id="37" name="object 14">
              <a:extLst>
                <a:ext uri="{FF2B5EF4-FFF2-40B4-BE49-F238E27FC236}">
                  <a16:creationId xmlns:a16="http://schemas.microsoft.com/office/drawing/2014/main" id="{2D0F6140-567C-290A-B4FE-2E490C797B6A}"/>
                </a:ext>
              </a:extLst>
            </p:cNvPr>
            <p:cNvPicPr/>
            <p:nvPr/>
          </p:nvPicPr>
          <p:blipFill>
            <a:blip r:embed="rId4" cstate="print"/>
            <a:stretch>
              <a:fillRect/>
            </a:stretch>
          </p:blipFill>
          <p:spPr>
            <a:xfrm>
              <a:off x="4272824" y="668045"/>
              <a:ext cx="180339" cy="137160"/>
            </a:xfrm>
            <a:prstGeom prst="rect">
              <a:avLst/>
            </a:prstGeom>
          </p:spPr>
        </p:pic>
        <p:sp>
          <p:nvSpPr>
            <p:cNvPr id="38" name="object 15">
              <a:extLst>
                <a:ext uri="{FF2B5EF4-FFF2-40B4-BE49-F238E27FC236}">
                  <a16:creationId xmlns:a16="http://schemas.microsoft.com/office/drawing/2014/main" id="{95AA98F5-DECA-D391-5FBD-DE17BC92F639}"/>
                </a:ext>
              </a:extLst>
            </p:cNvPr>
            <p:cNvSpPr/>
            <p:nvPr/>
          </p:nvSpPr>
          <p:spPr>
            <a:xfrm flipH="1" flipV="1">
              <a:off x="4349963" y="815610"/>
              <a:ext cx="24799" cy="374257"/>
            </a:xfrm>
            <a:custGeom>
              <a:avLst/>
              <a:gdLst/>
              <a:ahLst/>
              <a:cxnLst/>
              <a:rect l="l" t="t" r="r" b="b"/>
              <a:pathLst>
                <a:path w="20320" h="236219">
                  <a:moveTo>
                    <a:pt x="20318" y="0"/>
                  </a:moveTo>
                  <a:lnTo>
                    <a:pt x="0" y="0"/>
                  </a:lnTo>
                  <a:lnTo>
                    <a:pt x="0" y="236067"/>
                  </a:lnTo>
                  <a:lnTo>
                    <a:pt x="20318" y="236067"/>
                  </a:lnTo>
                  <a:lnTo>
                    <a:pt x="20318" y="0"/>
                  </a:lnTo>
                  <a:close/>
                </a:path>
              </a:pathLst>
            </a:custGeom>
            <a:solidFill>
              <a:srgbClr val="4579B8"/>
            </a:solidFill>
          </p:spPr>
          <p:txBody>
            <a:bodyPr wrap="square" lIns="0" tIns="0" rIns="0" bIns="0" rtlCol="0"/>
            <a:lstStyle/>
            <a:p>
              <a:endParaRPr/>
            </a:p>
          </p:txBody>
        </p:sp>
        <p:pic>
          <p:nvPicPr>
            <p:cNvPr id="39" name="object 16">
              <a:extLst>
                <a:ext uri="{FF2B5EF4-FFF2-40B4-BE49-F238E27FC236}">
                  <a16:creationId xmlns:a16="http://schemas.microsoft.com/office/drawing/2014/main" id="{71FE4C94-555C-D446-30A7-7214D71E0500}"/>
                </a:ext>
              </a:extLst>
            </p:cNvPr>
            <p:cNvPicPr/>
            <p:nvPr/>
          </p:nvPicPr>
          <p:blipFill>
            <a:blip r:embed="rId5" cstate="print"/>
            <a:stretch>
              <a:fillRect/>
            </a:stretch>
          </p:blipFill>
          <p:spPr>
            <a:xfrm>
              <a:off x="4726543" y="671583"/>
              <a:ext cx="182879" cy="139700"/>
            </a:xfrm>
            <a:prstGeom prst="rect">
              <a:avLst/>
            </a:prstGeom>
          </p:spPr>
        </p:pic>
        <p:sp>
          <p:nvSpPr>
            <p:cNvPr id="40" name="object 18">
              <a:extLst>
                <a:ext uri="{FF2B5EF4-FFF2-40B4-BE49-F238E27FC236}">
                  <a16:creationId xmlns:a16="http://schemas.microsoft.com/office/drawing/2014/main" id="{24E08BC7-4C9C-3416-6BF5-FF6A87B44903}"/>
                </a:ext>
              </a:extLst>
            </p:cNvPr>
            <p:cNvSpPr/>
            <p:nvPr/>
          </p:nvSpPr>
          <p:spPr>
            <a:xfrm flipH="1">
              <a:off x="4805079" y="805205"/>
              <a:ext cx="24799" cy="384661"/>
            </a:xfrm>
            <a:custGeom>
              <a:avLst/>
              <a:gdLst/>
              <a:ahLst/>
              <a:cxnLst/>
              <a:rect l="l" t="t" r="r" b="b"/>
              <a:pathLst>
                <a:path w="22860" h="233680">
                  <a:moveTo>
                    <a:pt x="22860" y="0"/>
                  </a:moveTo>
                  <a:lnTo>
                    <a:pt x="0" y="0"/>
                  </a:lnTo>
                  <a:lnTo>
                    <a:pt x="0" y="233527"/>
                  </a:lnTo>
                  <a:lnTo>
                    <a:pt x="22860" y="233527"/>
                  </a:lnTo>
                  <a:lnTo>
                    <a:pt x="22860" y="0"/>
                  </a:lnTo>
                  <a:close/>
                </a:path>
              </a:pathLst>
            </a:custGeom>
            <a:solidFill>
              <a:srgbClr val="4579B8"/>
            </a:solidFill>
          </p:spPr>
          <p:txBody>
            <a:bodyPr wrap="square" lIns="0" tIns="0" rIns="0" bIns="0" rtlCol="0"/>
            <a:lstStyle/>
            <a:p>
              <a:endParaRPr/>
            </a:p>
          </p:txBody>
        </p:sp>
        <p:pic>
          <p:nvPicPr>
            <p:cNvPr id="41" name="object 20">
              <a:extLst>
                <a:ext uri="{FF2B5EF4-FFF2-40B4-BE49-F238E27FC236}">
                  <a16:creationId xmlns:a16="http://schemas.microsoft.com/office/drawing/2014/main" id="{3AA3568F-26E2-FAE5-B75E-8EDDC4EC9668}"/>
                </a:ext>
              </a:extLst>
            </p:cNvPr>
            <p:cNvPicPr/>
            <p:nvPr/>
          </p:nvPicPr>
          <p:blipFill>
            <a:blip r:embed="rId6" cstate="print"/>
            <a:stretch>
              <a:fillRect/>
            </a:stretch>
          </p:blipFill>
          <p:spPr>
            <a:xfrm>
              <a:off x="4941174" y="739397"/>
              <a:ext cx="180339" cy="139700"/>
            </a:xfrm>
            <a:prstGeom prst="rect">
              <a:avLst/>
            </a:prstGeom>
          </p:spPr>
        </p:pic>
        <p:sp>
          <p:nvSpPr>
            <p:cNvPr id="42" name="object 21">
              <a:extLst>
                <a:ext uri="{FF2B5EF4-FFF2-40B4-BE49-F238E27FC236}">
                  <a16:creationId xmlns:a16="http://schemas.microsoft.com/office/drawing/2014/main" id="{026B176F-F5FC-609F-1D81-0F5697FD8BE9}"/>
                </a:ext>
              </a:extLst>
            </p:cNvPr>
            <p:cNvSpPr/>
            <p:nvPr/>
          </p:nvSpPr>
          <p:spPr>
            <a:xfrm>
              <a:off x="5022040" y="866140"/>
              <a:ext cx="24799" cy="333642"/>
            </a:xfrm>
            <a:custGeom>
              <a:avLst/>
              <a:gdLst/>
              <a:ahLst/>
              <a:cxnLst/>
              <a:rect l="l" t="t" r="r" b="b"/>
              <a:pathLst>
                <a:path w="20320" h="236219">
                  <a:moveTo>
                    <a:pt x="20320" y="0"/>
                  </a:moveTo>
                  <a:lnTo>
                    <a:pt x="0" y="0"/>
                  </a:lnTo>
                  <a:lnTo>
                    <a:pt x="0" y="236220"/>
                  </a:lnTo>
                  <a:lnTo>
                    <a:pt x="20320" y="236220"/>
                  </a:lnTo>
                  <a:lnTo>
                    <a:pt x="20320" y="0"/>
                  </a:lnTo>
                  <a:close/>
                </a:path>
              </a:pathLst>
            </a:custGeom>
            <a:solidFill>
              <a:srgbClr val="4579B8"/>
            </a:solidFill>
          </p:spPr>
          <p:txBody>
            <a:bodyPr wrap="square" lIns="0" tIns="0" rIns="0" bIns="0" rtlCol="0"/>
            <a:lstStyle/>
            <a:p>
              <a:endParaRPr/>
            </a:p>
          </p:txBody>
        </p:sp>
        <p:pic>
          <p:nvPicPr>
            <p:cNvPr id="43" name="object 22">
              <a:extLst>
                <a:ext uri="{FF2B5EF4-FFF2-40B4-BE49-F238E27FC236}">
                  <a16:creationId xmlns:a16="http://schemas.microsoft.com/office/drawing/2014/main" id="{7C5D0E8C-F21B-517B-E20C-2204743897FB}"/>
                </a:ext>
              </a:extLst>
            </p:cNvPr>
            <p:cNvPicPr/>
            <p:nvPr/>
          </p:nvPicPr>
          <p:blipFill>
            <a:blip r:embed="rId7" cstate="print"/>
            <a:stretch>
              <a:fillRect/>
            </a:stretch>
          </p:blipFill>
          <p:spPr>
            <a:xfrm>
              <a:off x="5153265" y="668045"/>
              <a:ext cx="182879" cy="137160"/>
            </a:xfrm>
            <a:prstGeom prst="rect">
              <a:avLst/>
            </a:prstGeom>
          </p:spPr>
        </p:pic>
        <p:sp>
          <p:nvSpPr>
            <p:cNvPr id="44" name="object 23">
              <a:extLst>
                <a:ext uri="{FF2B5EF4-FFF2-40B4-BE49-F238E27FC236}">
                  <a16:creationId xmlns:a16="http://schemas.microsoft.com/office/drawing/2014/main" id="{8B09DA88-328A-BD65-E2DF-FD4BA3FF9D47}"/>
                </a:ext>
              </a:extLst>
            </p:cNvPr>
            <p:cNvSpPr/>
            <p:nvPr/>
          </p:nvSpPr>
          <p:spPr>
            <a:xfrm>
              <a:off x="5227921" y="805205"/>
              <a:ext cx="24799" cy="408915"/>
            </a:xfrm>
            <a:custGeom>
              <a:avLst/>
              <a:gdLst/>
              <a:ahLst/>
              <a:cxnLst/>
              <a:rect l="l" t="t" r="r" b="b"/>
              <a:pathLst>
                <a:path w="22860" h="236219">
                  <a:moveTo>
                    <a:pt x="22860" y="0"/>
                  </a:moveTo>
                  <a:lnTo>
                    <a:pt x="0" y="0"/>
                  </a:lnTo>
                  <a:lnTo>
                    <a:pt x="0" y="236220"/>
                  </a:lnTo>
                  <a:lnTo>
                    <a:pt x="22860" y="236220"/>
                  </a:lnTo>
                  <a:lnTo>
                    <a:pt x="22860" y="0"/>
                  </a:lnTo>
                  <a:close/>
                </a:path>
              </a:pathLst>
            </a:custGeom>
            <a:solidFill>
              <a:srgbClr val="4579B8"/>
            </a:solidFill>
          </p:spPr>
          <p:txBody>
            <a:bodyPr wrap="square" lIns="0" tIns="0" rIns="0" bIns="0" rtlCol="0"/>
            <a:lstStyle/>
            <a:p>
              <a:endParaRPr/>
            </a:p>
          </p:txBody>
        </p:sp>
        <p:pic>
          <p:nvPicPr>
            <p:cNvPr id="45" name="object 24">
              <a:extLst>
                <a:ext uri="{FF2B5EF4-FFF2-40B4-BE49-F238E27FC236}">
                  <a16:creationId xmlns:a16="http://schemas.microsoft.com/office/drawing/2014/main" id="{06C79283-7E38-46B7-7BFA-60B42D0CE01F}"/>
                </a:ext>
              </a:extLst>
            </p:cNvPr>
            <p:cNvPicPr/>
            <p:nvPr/>
          </p:nvPicPr>
          <p:blipFill>
            <a:blip r:embed="rId2" cstate="print"/>
            <a:stretch>
              <a:fillRect/>
            </a:stretch>
          </p:blipFill>
          <p:spPr>
            <a:xfrm>
              <a:off x="5425439" y="960119"/>
              <a:ext cx="160020" cy="256539"/>
            </a:xfrm>
            <a:prstGeom prst="rect">
              <a:avLst/>
            </a:prstGeom>
          </p:spPr>
        </p:pic>
        <p:pic>
          <p:nvPicPr>
            <p:cNvPr id="46" name="object 25">
              <a:extLst>
                <a:ext uri="{FF2B5EF4-FFF2-40B4-BE49-F238E27FC236}">
                  <a16:creationId xmlns:a16="http://schemas.microsoft.com/office/drawing/2014/main" id="{A4689157-352A-2E1E-752D-60AF1929D511}"/>
                </a:ext>
              </a:extLst>
            </p:cNvPr>
            <p:cNvPicPr/>
            <p:nvPr/>
          </p:nvPicPr>
          <p:blipFill>
            <a:blip r:embed="rId8" cstate="print"/>
            <a:stretch>
              <a:fillRect/>
            </a:stretch>
          </p:blipFill>
          <p:spPr>
            <a:xfrm>
              <a:off x="5942392" y="669889"/>
              <a:ext cx="180339" cy="137160"/>
            </a:xfrm>
            <a:prstGeom prst="rect">
              <a:avLst/>
            </a:prstGeom>
          </p:spPr>
        </p:pic>
        <p:sp>
          <p:nvSpPr>
            <p:cNvPr id="47" name="object 26">
              <a:extLst>
                <a:ext uri="{FF2B5EF4-FFF2-40B4-BE49-F238E27FC236}">
                  <a16:creationId xmlns:a16="http://schemas.microsoft.com/office/drawing/2014/main" id="{D89B5FE4-7366-A1AB-24E3-B49AF89D742E}"/>
                </a:ext>
              </a:extLst>
            </p:cNvPr>
            <p:cNvSpPr/>
            <p:nvPr/>
          </p:nvSpPr>
          <p:spPr>
            <a:xfrm>
              <a:off x="6028021" y="805205"/>
              <a:ext cx="24799" cy="419074"/>
            </a:xfrm>
            <a:custGeom>
              <a:avLst/>
              <a:gdLst/>
              <a:ahLst/>
              <a:cxnLst/>
              <a:rect l="l" t="t" r="r" b="b"/>
              <a:pathLst>
                <a:path w="20320" h="236219">
                  <a:moveTo>
                    <a:pt x="20294" y="0"/>
                  </a:moveTo>
                  <a:lnTo>
                    <a:pt x="0" y="0"/>
                  </a:lnTo>
                  <a:lnTo>
                    <a:pt x="0" y="236220"/>
                  </a:lnTo>
                  <a:lnTo>
                    <a:pt x="20294" y="236220"/>
                  </a:lnTo>
                  <a:lnTo>
                    <a:pt x="20294" y="0"/>
                  </a:lnTo>
                  <a:close/>
                </a:path>
              </a:pathLst>
            </a:custGeom>
            <a:solidFill>
              <a:srgbClr val="4579B8"/>
            </a:solidFill>
          </p:spPr>
          <p:txBody>
            <a:bodyPr wrap="square" lIns="0" tIns="0" rIns="0" bIns="0" rtlCol="0"/>
            <a:lstStyle/>
            <a:p>
              <a:endParaRPr/>
            </a:p>
          </p:txBody>
        </p:sp>
        <p:pic>
          <p:nvPicPr>
            <p:cNvPr id="48" name="object 27">
              <a:extLst>
                <a:ext uri="{FF2B5EF4-FFF2-40B4-BE49-F238E27FC236}">
                  <a16:creationId xmlns:a16="http://schemas.microsoft.com/office/drawing/2014/main" id="{8D459B0F-AA98-9A55-3716-0D5B3CC9BCCA}"/>
                </a:ext>
              </a:extLst>
            </p:cNvPr>
            <p:cNvPicPr/>
            <p:nvPr/>
          </p:nvPicPr>
          <p:blipFill>
            <a:blip r:embed="rId9" cstate="print"/>
            <a:stretch>
              <a:fillRect/>
            </a:stretch>
          </p:blipFill>
          <p:spPr>
            <a:xfrm>
              <a:off x="6134040" y="743795"/>
              <a:ext cx="180339" cy="137160"/>
            </a:xfrm>
            <a:prstGeom prst="rect">
              <a:avLst/>
            </a:prstGeom>
          </p:spPr>
        </p:pic>
        <p:sp>
          <p:nvSpPr>
            <p:cNvPr id="49" name="object 28">
              <a:extLst>
                <a:ext uri="{FF2B5EF4-FFF2-40B4-BE49-F238E27FC236}">
                  <a16:creationId xmlns:a16="http://schemas.microsoft.com/office/drawing/2014/main" id="{C46313B9-824F-EE19-812D-13A49742DF2E}"/>
                </a:ext>
              </a:extLst>
            </p:cNvPr>
            <p:cNvSpPr/>
            <p:nvPr/>
          </p:nvSpPr>
          <p:spPr>
            <a:xfrm>
              <a:off x="6211503" y="866140"/>
              <a:ext cx="24799" cy="344165"/>
            </a:xfrm>
            <a:custGeom>
              <a:avLst/>
              <a:gdLst/>
              <a:ahLst/>
              <a:cxnLst/>
              <a:rect l="l" t="t" r="r" b="b"/>
              <a:pathLst>
                <a:path w="22860" h="233680">
                  <a:moveTo>
                    <a:pt x="22830" y="0"/>
                  </a:moveTo>
                  <a:lnTo>
                    <a:pt x="0" y="0"/>
                  </a:lnTo>
                  <a:lnTo>
                    <a:pt x="0" y="233679"/>
                  </a:lnTo>
                  <a:lnTo>
                    <a:pt x="22830" y="233679"/>
                  </a:lnTo>
                  <a:lnTo>
                    <a:pt x="22830" y="0"/>
                  </a:lnTo>
                  <a:close/>
                </a:path>
              </a:pathLst>
            </a:custGeom>
            <a:solidFill>
              <a:srgbClr val="4579B8"/>
            </a:solidFill>
          </p:spPr>
          <p:txBody>
            <a:bodyPr wrap="square" lIns="0" tIns="0" rIns="0" bIns="0" rtlCol="0"/>
            <a:lstStyle/>
            <a:p>
              <a:endParaRPr dirty="0"/>
            </a:p>
          </p:txBody>
        </p:sp>
        <p:pic>
          <p:nvPicPr>
            <p:cNvPr id="50" name="object 29">
              <a:extLst>
                <a:ext uri="{FF2B5EF4-FFF2-40B4-BE49-F238E27FC236}">
                  <a16:creationId xmlns:a16="http://schemas.microsoft.com/office/drawing/2014/main" id="{AEC6023B-4564-E4D5-2C8A-6124309AE8DF}"/>
                </a:ext>
              </a:extLst>
            </p:cNvPr>
            <p:cNvPicPr/>
            <p:nvPr/>
          </p:nvPicPr>
          <p:blipFill>
            <a:blip r:embed="rId10" cstate="print"/>
            <a:stretch>
              <a:fillRect/>
            </a:stretch>
          </p:blipFill>
          <p:spPr>
            <a:xfrm>
              <a:off x="6351269" y="671583"/>
              <a:ext cx="182879" cy="139700"/>
            </a:xfrm>
            <a:prstGeom prst="rect">
              <a:avLst/>
            </a:prstGeom>
          </p:spPr>
        </p:pic>
        <p:sp>
          <p:nvSpPr>
            <p:cNvPr id="51" name="object 30">
              <a:extLst>
                <a:ext uri="{FF2B5EF4-FFF2-40B4-BE49-F238E27FC236}">
                  <a16:creationId xmlns:a16="http://schemas.microsoft.com/office/drawing/2014/main" id="{300DB7C8-718D-2012-B944-0F0A6E818FFB}"/>
                </a:ext>
              </a:extLst>
            </p:cNvPr>
            <p:cNvSpPr/>
            <p:nvPr/>
          </p:nvSpPr>
          <p:spPr>
            <a:xfrm>
              <a:off x="6434419" y="797584"/>
              <a:ext cx="24799" cy="419074"/>
            </a:xfrm>
            <a:custGeom>
              <a:avLst/>
              <a:gdLst/>
              <a:ahLst/>
              <a:cxnLst/>
              <a:rect l="l" t="t" r="r" b="b"/>
              <a:pathLst>
                <a:path w="22860" h="233680">
                  <a:moveTo>
                    <a:pt x="22860" y="0"/>
                  </a:moveTo>
                  <a:lnTo>
                    <a:pt x="0" y="0"/>
                  </a:lnTo>
                  <a:lnTo>
                    <a:pt x="0" y="233679"/>
                  </a:lnTo>
                  <a:lnTo>
                    <a:pt x="22860" y="233679"/>
                  </a:lnTo>
                  <a:lnTo>
                    <a:pt x="22860" y="0"/>
                  </a:lnTo>
                  <a:close/>
                </a:path>
              </a:pathLst>
            </a:custGeom>
            <a:solidFill>
              <a:srgbClr val="4579B8"/>
            </a:solidFill>
          </p:spPr>
          <p:txBody>
            <a:bodyPr wrap="square" lIns="0" tIns="0" rIns="0" bIns="0" rtlCol="0"/>
            <a:lstStyle/>
            <a:p>
              <a:endParaRPr/>
            </a:p>
          </p:txBody>
        </p:sp>
        <p:pic>
          <p:nvPicPr>
            <p:cNvPr id="52" name="object 31">
              <a:extLst>
                <a:ext uri="{FF2B5EF4-FFF2-40B4-BE49-F238E27FC236}">
                  <a16:creationId xmlns:a16="http://schemas.microsoft.com/office/drawing/2014/main" id="{FFCD5E66-F5EC-9A52-5D75-44B5D6068926}"/>
                </a:ext>
              </a:extLst>
            </p:cNvPr>
            <p:cNvPicPr/>
            <p:nvPr/>
          </p:nvPicPr>
          <p:blipFill>
            <a:blip r:embed="rId11" cstate="print"/>
            <a:stretch>
              <a:fillRect/>
            </a:stretch>
          </p:blipFill>
          <p:spPr>
            <a:xfrm>
              <a:off x="6562692" y="721335"/>
              <a:ext cx="182879" cy="137160"/>
            </a:xfrm>
            <a:prstGeom prst="rect">
              <a:avLst/>
            </a:prstGeom>
          </p:spPr>
        </p:pic>
        <p:sp>
          <p:nvSpPr>
            <p:cNvPr id="53" name="object 32">
              <a:extLst>
                <a:ext uri="{FF2B5EF4-FFF2-40B4-BE49-F238E27FC236}">
                  <a16:creationId xmlns:a16="http://schemas.microsoft.com/office/drawing/2014/main" id="{8E43D0E2-34C1-D948-8713-1C858F097194}"/>
                </a:ext>
              </a:extLst>
            </p:cNvPr>
            <p:cNvSpPr/>
            <p:nvPr/>
          </p:nvSpPr>
          <p:spPr>
            <a:xfrm>
              <a:off x="6643966" y="866140"/>
              <a:ext cx="24799" cy="327112"/>
            </a:xfrm>
            <a:custGeom>
              <a:avLst/>
              <a:gdLst/>
              <a:ahLst/>
              <a:cxnLst/>
              <a:rect l="l" t="t" r="r" b="b"/>
              <a:pathLst>
                <a:path w="22859" h="236219">
                  <a:moveTo>
                    <a:pt x="22859" y="0"/>
                  </a:moveTo>
                  <a:lnTo>
                    <a:pt x="0" y="0"/>
                  </a:lnTo>
                  <a:lnTo>
                    <a:pt x="0" y="236220"/>
                  </a:lnTo>
                  <a:lnTo>
                    <a:pt x="22859" y="236220"/>
                  </a:lnTo>
                  <a:lnTo>
                    <a:pt x="22859" y="0"/>
                  </a:lnTo>
                  <a:close/>
                </a:path>
              </a:pathLst>
            </a:custGeom>
            <a:solidFill>
              <a:srgbClr val="4579B8"/>
            </a:solidFill>
          </p:spPr>
          <p:txBody>
            <a:bodyPr wrap="square" lIns="0" tIns="0" rIns="0" bIns="0" rtlCol="0"/>
            <a:lstStyle/>
            <a:p>
              <a:endParaRPr/>
            </a:p>
          </p:txBody>
        </p:sp>
        <p:pic>
          <p:nvPicPr>
            <p:cNvPr id="54" name="object 33">
              <a:extLst>
                <a:ext uri="{FF2B5EF4-FFF2-40B4-BE49-F238E27FC236}">
                  <a16:creationId xmlns:a16="http://schemas.microsoft.com/office/drawing/2014/main" id="{DC95443F-9E12-9E18-EE35-BCC107114586}"/>
                </a:ext>
              </a:extLst>
            </p:cNvPr>
            <p:cNvPicPr/>
            <p:nvPr/>
          </p:nvPicPr>
          <p:blipFill>
            <a:blip r:embed="rId12" cstate="print"/>
            <a:stretch>
              <a:fillRect/>
            </a:stretch>
          </p:blipFill>
          <p:spPr>
            <a:xfrm>
              <a:off x="6772052" y="669547"/>
              <a:ext cx="180340" cy="139700"/>
            </a:xfrm>
            <a:prstGeom prst="rect">
              <a:avLst/>
            </a:prstGeom>
          </p:spPr>
        </p:pic>
        <p:sp>
          <p:nvSpPr>
            <p:cNvPr id="55" name="object 34">
              <a:extLst>
                <a:ext uri="{FF2B5EF4-FFF2-40B4-BE49-F238E27FC236}">
                  <a16:creationId xmlns:a16="http://schemas.microsoft.com/office/drawing/2014/main" id="{33876F8B-D182-6CC2-FF0F-249A5C6B5FA6}"/>
                </a:ext>
              </a:extLst>
            </p:cNvPr>
            <p:cNvSpPr/>
            <p:nvPr/>
          </p:nvSpPr>
          <p:spPr>
            <a:xfrm>
              <a:off x="6839550" y="815610"/>
              <a:ext cx="24799" cy="374256"/>
            </a:xfrm>
            <a:custGeom>
              <a:avLst/>
              <a:gdLst/>
              <a:ahLst/>
              <a:cxnLst/>
              <a:rect l="l" t="t" r="r" b="b"/>
              <a:pathLst>
                <a:path w="20320" h="236219">
                  <a:moveTo>
                    <a:pt x="20320" y="0"/>
                  </a:moveTo>
                  <a:lnTo>
                    <a:pt x="0" y="0"/>
                  </a:lnTo>
                  <a:lnTo>
                    <a:pt x="0" y="236220"/>
                  </a:lnTo>
                  <a:lnTo>
                    <a:pt x="20320" y="236220"/>
                  </a:lnTo>
                  <a:lnTo>
                    <a:pt x="20320" y="0"/>
                  </a:lnTo>
                  <a:close/>
                </a:path>
              </a:pathLst>
            </a:custGeom>
            <a:solidFill>
              <a:srgbClr val="4579B8"/>
            </a:solidFill>
          </p:spPr>
          <p:txBody>
            <a:bodyPr wrap="square" lIns="0" tIns="0" rIns="0" bIns="0" rtlCol="0"/>
            <a:lstStyle/>
            <a:p>
              <a:endParaRPr/>
            </a:p>
          </p:txBody>
        </p:sp>
        <p:sp>
          <p:nvSpPr>
            <p:cNvPr id="56" name="object 35">
              <a:extLst>
                <a:ext uri="{FF2B5EF4-FFF2-40B4-BE49-F238E27FC236}">
                  <a16:creationId xmlns:a16="http://schemas.microsoft.com/office/drawing/2014/main" id="{BCE45AC6-EBB5-BDD9-5A31-40A8B6A92A8C}"/>
                </a:ext>
              </a:extLst>
            </p:cNvPr>
            <p:cNvSpPr/>
            <p:nvPr/>
          </p:nvSpPr>
          <p:spPr>
            <a:xfrm>
              <a:off x="4605020" y="1892274"/>
              <a:ext cx="274320" cy="218440"/>
            </a:xfrm>
            <a:custGeom>
              <a:avLst/>
              <a:gdLst/>
              <a:ahLst/>
              <a:cxnLst/>
              <a:rect l="l" t="t" r="r" b="b"/>
              <a:pathLst>
                <a:path w="274320" h="218439">
                  <a:moveTo>
                    <a:pt x="274027" y="0"/>
                  </a:moveTo>
                  <a:lnTo>
                    <a:pt x="0" y="0"/>
                  </a:lnTo>
                  <a:lnTo>
                    <a:pt x="0" y="218211"/>
                  </a:lnTo>
                  <a:lnTo>
                    <a:pt x="274027" y="218211"/>
                  </a:lnTo>
                  <a:lnTo>
                    <a:pt x="274027" y="0"/>
                  </a:lnTo>
                  <a:close/>
                </a:path>
              </a:pathLst>
            </a:custGeom>
            <a:solidFill>
              <a:srgbClr val="FF0000"/>
            </a:solidFill>
          </p:spPr>
          <p:txBody>
            <a:bodyPr wrap="square" lIns="0" tIns="0" rIns="0" bIns="0" rtlCol="0"/>
            <a:lstStyle/>
            <a:p>
              <a:endParaRPr dirty="0"/>
            </a:p>
          </p:txBody>
        </p:sp>
        <p:sp>
          <p:nvSpPr>
            <p:cNvPr id="57" name="object 36">
              <a:extLst>
                <a:ext uri="{FF2B5EF4-FFF2-40B4-BE49-F238E27FC236}">
                  <a16:creationId xmlns:a16="http://schemas.microsoft.com/office/drawing/2014/main" id="{26F800E9-8114-BED4-7B8C-F35A1372C7EC}"/>
                </a:ext>
              </a:extLst>
            </p:cNvPr>
            <p:cNvSpPr/>
            <p:nvPr/>
          </p:nvSpPr>
          <p:spPr>
            <a:xfrm>
              <a:off x="4597400" y="1887219"/>
              <a:ext cx="292100" cy="236220"/>
            </a:xfrm>
            <a:custGeom>
              <a:avLst/>
              <a:gdLst/>
              <a:ahLst/>
              <a:cxnLst/>
              <a:rect l="l" t="t" r="r" b="b"/>
              <a:pathLst>
                <a:path w="292100" h="236219">
                  <a:moveTo>
                    <a:pt x="292100" y="7620"/>
                  </a:moveTo>
                  <a:lnTo>
                    <a:pt x="287185" y="7620"/>
                  </a:lnTo>
                  <a:lnTo>
                    <a:pt x="287185" y="0"/>
                  </a:lnTo>
                  <a:lnTo>
                    <a:pt x="272796" y="0"/>
                  </a:lnTo>
                  <a:lnTo>
                    <a:pt x="272796" y="15494"/>
                  </a:lnTo>
                  <a:lnTo>
                    <a:pt x="272796" y="220345"/>
                  </a:lnTo>
                  <a:lnTo>
                    <a:pt x="19304" y="220345"/>
                  </a:lnTo>
                  <a:lnTo>
                    <a:pt x="19304" y="15494"/>
                  </a:lnTo>
                  <a:lnTo>
                    <a:pt x="272796" y="15494"/>
                  </a:lnTo>
                  <a:lnTo>
                    <a:pt x="272796" y="0"/>
                  </a:lnTo>
                  <a:lnTo>
                    <a:pt x="9652" y="0"/>
                  </a:lnTo>
                  <a:lnTo>
                    <a:pt x="0" y="7747"/>
                  </a:lnTo>
                  <a:lnTo>
                    <a:pt x="0" y="228092"/>
                  </a:lnTo>
                  <a:lnTo>
                    <a:pt x="7747" y="235839"/>
                  </a:lnTo>
                  <a:lnTo>
                    <a:pt x="284353" y="235839"/>
                  </a:lnTo>
                  <a:lnTo>
                    <a:pt x="291846" y="229616"/>
                  </a:lnTo>
                  <a:lnTo>
                    <a:pt x="292100" y="228092"/>
                  </a:lnTo>
                  <a:lnTo>
                    <a:pt x="292100" y="220980"/>
                  </a:lnTo>
                  <a:lnTo>
                    <a:pt x="292100" y="220345"/>
                  </a:lnTo>
                  <a:lnTo>
                    <a:pt x="292100" y="7620"/>
                  </a:lnTo>
                  <a:close/>
                </a:path>
              </a:pathLst>
            </a:custGeom>
            <a:solidFill>
              <a:schemeClr val="tx1"/>
            </a:solidFill>
          </p:spPr>
          <p:txBody>
            <a:bodyPr wrap="square" lIns="0" tIns="0" rIns="0" bIns="0" rtlCol="0"/>
            <a:lstStyle/>
            <a:p>
              <a:endParaRPr/>
            </a:p>
          </p:txBody>
        </p:sp>
        <p:sp>
          <p:nvSpPr>
            <p:cNvPr id="58" name="object 37">
              <a:extLst>
                <a:ext uri="{FF2B5EF4-FFF2-40B4-BE49-F238E27FC236}">
                  <a16:creationId xmlns:a16="http://schemas.microsoft.com/office/drawing/2014/main" id="{E6F6C065-45EF-0C48-8A95-F6C4052A387F}"/>
                </a:ext>
              </a:extLst>
            </p:cNvPr>
            <p:cNvSpPr/>
            <p:nvPr/>
          </p:nvSpPr>
          <p:spPr>
            <a:xfrm>
              <a:off x="6352539" y="1912594"/>
              <a:ext cx="271780" cy="218440"/>
            </a:xfrm>
            <a:custGeom>
              <a:avLst/>
              <a:gdLst/>
              <a:ahLst/>
              <a:cxnLst/>
              <a:rect l="l" t="t" r="r" b="b"/>
              <a:pathLst>
                <a:path w="271779" h="218439">
                  <a:moveTo>
                    <a:pt x="271487" y="0"/>
                  </a:moveTo>
                  <a:lnTo>
                    <a:pt x="0" y="0"/>
                  </a:lnTo>
                  <a:lnTo>
                    <a:pt x="0" y="218211"/>
                  </a:lnTo>
                  <a:lnTo>
                    <a:pt x="271487" y="218211"/>
                  </a:lnTo>
                  <a:lnTo>
                    <a:pt x="271487" y="0"/>
                  </a:lnTo>
                  <a:close/>
                </a:path>
              </a:pathLst>
            </a:custGeom>
            <a:solidFill>
              <a:srgbClr val="FF0000"/>
            </a:solidFill>
          </p:spPr>
          <p:txBody>
            <a:bodyPr wrap="square" lIns="0" tIns="0" rIns="0" bIns="0" rtlCol="0"/>
            <a:lstStyle/>
            <a:p>
              <a:endParaRPr/>
            </a:p>
          </p:txBody>
        </p:sp>
        <p:sp>
          <p:nvSpPr>
            <p:cNvPr id="59" name="object 38">
              <a:extLst>
                <a:ext uri="{FF2B5EF4-FFF2-40B4-BE49-F238E27FC236}">
                  <a16:creationId xmlns:a16="http://schemas.microsoft.com/office/drawing/2014/main" id="{CC518BCB-5E66-2A56-EF18-C785AD68E1A0}"/>
                </a:ext>
              </a:extLst>
            </p:cNvPr>
            <p:cNvSpPr/>
            <p:nvPr/>
          </p:nvSpPr>
          <p:spPr>
            <a:xfrm>
              <a:off x="4287520" y="1864359"/>
              <a:ext cx="2928620" cy="274320"/>
            </a:xfrm>
            <a:custGeom>
              <a:avLst/>
              <a:gdLst/>
              <a:ahLst/>
              <a:cxnLst/>
              <a:rect l="l" t="t" r="r" b="b"/>
              <a:pathLst>
                <a:path w="2928620" h="274319">
                  <a:moveTo>
                    <a:pt x="2346833" y="47244"/>
                  </a:moveTo>
                  <a:lnTo>
                    <a:pt x="2337181" y="39497"/>
                  </a:lnTo>
                  <a:lnTo>
                    <a:pt x="2327529" y="39497"/>
                  </a:lnTo>
                  <a:lnTo>
                    <a:pt x="2327529" y="54991"/>
                  </a:lnTo>
                  <a:lnTo>
                    <a:pt x="2327529" y="258826"/>
                  </a:lnTo>
                  <a:lnTo>
                    <a:pt x="2073148" y="258826"/>
                  </a:lnTo>
                  <a:lnTo>
                    <a:pt x="2073148" y="54991"/>
                  </a:lnTo>
                  <a:lnTo>
                    <a:pt x="2327529" y="54991"/>
                  </a:lnTo>
                  <a:lnTo>
                    <a:pt x="2327529" y="39497"/>
                  </a:lnTo>
                  <a:lnTo>
                    <a:pt x="2063496" y="39497"/>
                  </a:lnTo>
                  <a:lnTo>
                    <a:pt x="2053844" y="47244"/>
                  </a:lnTo>
                  <a:lnTo>
                    <a:pt x="2053844" y="266573"/>
                  </a:lnTo>
                  <a:lnTo>
                    <a:pt x="2061464" y="274320"/>
                  </a:lnTo>
                  <a:lnTo>
                    <a:pt x="2339086" y="274320"/>
                  </a:lnTo>
                  <a:lnTo>
                    <a:pt x="2346706" y="268097"/>
                  </a:lnTo>
                  <a:lnTo>
                    <a:pt x="2346706" y="258826"/>
                  </a:lnTo>
                  <a:lnTo>
                    <a:pt x="2346833" y="47244"/>
                  </a:lnTo>
                  <a:close/>
                </a:path>
                <a:path w="2928620" h="274319">
                  <a:moveTo>
                    <a:pt x="2928620" y="0"/>
                  </a:moveTo>
                  <a:lnTo>
                    <a:pt x="0" y="381"/>
                  </a:lnTo>
                  <a:lnTo>
                    <a:pt x="0" y="17399"/>
                  </a:lnTo>
                  <a:lnTo>
                    <a:pt x="2928620" y="17018"/>
                  </a:lnTo>
                  <a:lnTo>
                    <a:pt x="2928620" y="0"/>
                  </a:lnTo>
                  <a:close/>
                </a:path>
              </a:pathLst>
            </a:custGeom>
            <a:solidFill>
              <a:schemeClr val="tx1"/>
            </a:solidFill>
          </p:spPr>
          <p:txBody>
            <a:bodyPr wrap="square" lIns="0" tIns="0" rIns="0" bIns="0" rtlCol="0"/>
            <a:lstStyle/>
            <a:p>
              <a:endParaRPr dirty="0"/>
            </a:p>
          </p:txBody>
        </p:sp>
      </p:grpSp>
      <p:pic>
        <p:nvPicPr>
          <p:cNvPr id="31" name="Picture 30">
            <a:extLst>
              <a:ext uri="{FF2B5EF4-FFF2-40B4-BE49-F238E27FC236}">
                <a16:creationId xmlns:a16="http://schemas.microsoft.com/office/drawing/2014/main" id="{C6CDFF62-9F9D-4AAA-9FD4-04AF94FE43B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1133727" y="268941"/>
            <a:ext cx="857345" cy="764928"/>
          </a:xfrm>
          <a:prstGeom prst="rect">
            <a:avLst/>
          </a:prstGeom>
        </p:spPr>
      </p:pic>
    </p:spTree>
    <p:extLst>
      <p:ext uri="{BB962C8B-B14F-4D97-AF65-F5344CB8AC3E}">
        <p14:creationId xmlns:p14="http://schemas.microsoft.com/office/powerpoint/2010/main" val="21976659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AA19CEE9-8297-4F84-B316-9AF73BB3B271}"/>
              </a:ext>
            </a:extLst>
          </p:cNvPr>
          <p:cNvSpPr>
            <a:spLocks noGrp="1"/>
          </p:cNvSpPr>
          <p:nvPr>
            <p:ph type="title"/>
          </p:nvPr>
        </p:nvSpPr>
        <p:spPr>
          <a:xfrm>
            <a:off x="838200" y="365125"/>
            <a:ext cx="10515599" cy="1508499"/>
          </a:xfrm>
        </p:spPr>
        <p:txBody>
          <a:bodyPr>
            <a:normAutofit/>
          </a:bodyPr>
          <a:lstStyle/>
          <a:p>
            <a:r>
              <a:rPr lang="id-ID" b="1" i="1" dirty="0">
                <a:latin typeface="Bahnschrift" panose="020B0502040204020203" pitchFamily="34" charset="0"/>
              </a:rPr>
              <a:t>DUELING PLAT</a:t>
            </a:r>
          </a:p>
        </p:txBody>
      </p:sp>
      <p:sp>
        <p:nvSpPr>
          <p:cNvPr id="3" name="Content Placeholder 2">
            <a:extLst>
              <a:ext uri="{FF2B5EF4-FFF2-40B4-BE49-F238E27FC236}">
                <a16:creationId xmlns:a16="http://schemas.microsoft.com/office/drawing/2014/main" id="{B6E98E0C-FBCF-4A01-851A-4A0ACBD2F1BE}"/>
              </a:ext>
            </a:extLst>
          </p:cNvPr>
          <p:cNvSpPr>
            <a:spLocks noGrp="1"/>
          </p:cNvSpPr>
          <p:nvPr>
            <p:ph idx="1"/>
          </p:nvPr>
        </p:nvSpPr>
        <p:spPr>
          <a:xfrm>
            <a:off x="838200" y="2429435"/>
            <a:ext cx="9533626" cy="4009465"/>
          </a:xfrm>
        </p:spPr>
        <p:txBody>
          <a:bodyPr>
            <a:normAutofit/>
          </a:bodyPr>
          <a:lstStyle/>
          <a:p>
            <a:pPr marL="0" indent="0">
              <a:buNone/>
            </a:pPr>
            <a:r>
              <a:rPr lang="id-ID" sz="2000" b="1" dirty="0">
                <a:latin typeface="Bahnschrift" panose="020B0502040204020203" pitchFamily="34" charset="0"/>
              </a:rPr>
              <a:t>PELAKSANAAN TEKNIS</a:t>
            </a:r>
          </a:p>
          <a:p>
            <a:pPr marL="285750" indent="-285750">
              <a:buFont typeface="Wingdings" panose="05000000000000000000" pitchFamily="2" charset="2"/>
              <a:buChar char="Ø"/>
            </a:pPr>
            <a:r>
              <a:rPr lang="id-ID" sz="1600" dirty="0">
                <a:latin typeface="Bahnschrift" panose="020B0502040204020203" pitchFamily="34" charset="0"/>
              </a:rPr>
              <a:t>PISTOL KONDISI 2</a:t>
            </a:r>
            <a:r>
              <a:rPr lang="en-US" sz="1600" dirty="0">
                <a:latin typeface="Bahnschrift" panose="020B0502040204020203" pitchFamily="34" charset="0"/>
              </a:rPr>
              <a:t> DILETAKAN DIMEJA</a:t>
            </a:r>
            <a:endParaRPr lang="id-ID" sz="1600" dirty="0">
              <a:latin typeface="Bahnschrift" panose="020B0502040204020203" pitchFamily="34" charset="0"/>
            </a:endParaRPr>
          </a:p>
          <a:p>
            <a:pPr marL="285750" indent="-285750">
              <a:buFont typeface="Wingdings" panose="05000000000000000000" pitchFamily="2" charset="2"/>
              <a:buChar char="Ø"/>
            </a:pPr>
            <a:r>
              <a:rPr lang="id-ID" sz="1600" dirty="0">
                <a:latin typeface="Bahnschrift" panose="020B0502040204020203" pitchFamily="34" charset="0"/>
              </a:rPr>
              <a:t>POSISI STAR </a:t>
            </a:r>
            <a:r>
              <a:rPr lang="en-US" sz="1600" dirty="0">
                <a:latin typeface="Bahnschrift" panose="020B0502040204020203" pitchFamily="34" charset="0"/>
              </a:rPr>
              <a:t>5</a:t>
            </a:r>
            <a:r>
              <a:rPr lang="id-ID" sz="1600" dirty="0">
                <a:latin typeface="Bahnschrift" panose="020B0502040204020203" pitchFamily="34" charset="0"/>
              </a:rPr>
              <a:t> METER BELAKANG GARIS PENEMBAKAN </a:t>
            </a:r>
            <a:r>
              <a:rPr lang="en-US" sz="1600" dirty="0">
                <a:latin typeface="Bahnschrift" panose="020B0502040204020203" pitchFamily="34" charset="0"/>
              </a:rPr>
              <a:t>POSISI PESERTA DUDUK MENGHADAP KEDEPAN.</a:t>
            </a:r>
          </a:p>
          <a:p>
            <a:pPr marL="285750" indent="-285750">
              <a:buFont typeface="Wingdings" panose="05000000000000000000" pitchFamily="2" charset="2"/>
              <a:buChar char="Ø"/>
            </a:pPr>
            <a:r>
              <a:rPr lang="en-US" sz="1600" dirty="0">
                <a:latin typeface="Bahnschrift" panose="020B0502040204020203" pitchFamily="34" charset="0"/>
              </a:rPr>
              <a:t>ABA </a:t>
            </a:r>
            <a:r>
              <a:rPr lang="en-US" sz="1600" dirty="0" err="1">
                <a:latin typeface="Bahnschrift" panose="020B0502040204020203" pitchFamily="34" charset="0"/>
              </a:rPr>
              <a:t>ABA</a:t>
            </a:r>
            <a:r>
              <a:rPr lang="en-US" sz="1600" dirty="0">
                <a:latin typeface="Bahnschrift" panose="020B0502040204020203" pitchFamily="34" charset="0"/>
              </a:rPr>
              <a:t> PLUIT PESERTA MENUJU MEJA SENJATA </a:t>
            </a:r>
          </a:p>
          <a:p>
            <a:pPr marL="285750" indent="-285750">
              <a:buFont typeface="Wingdings" panose="05000000000000000000" pitchFamily="2" charset="2"/>
              <a:buChar char="Ø"/>
            </a:pPr>
            <a:r>
              <a:rPr lang="id-ID" sz="1600" dirty="0">
                <a:latin typeface="Bahnschrift" panose="020B0502040204020203" pitchFamily="34" charset="0"/>
              </a:rPr>
              <a:t>MELAKSANAKAN PENEMBAKAN SAMPAI DENGAN SELESAI</a:t>
            </a:r>
            <a:endParaRPr lang="en-US" sz="1600" dirty="0">
              <a:latin typeface="Bahnschrift" panose="020B0502040204020203" pitchFamily="34" charset="0"/>
            </a:endParaRPr>
          </a:p>
          <a:p>
            <a:pPr marL="285750" indent="-285750">
              <a:buFont typeface="Wingdings" panose="05000000000000000000" pitchFamily="2" charset="2"/>
              <a:buChar char="Ø"/>
            </a:pPr>
            <a:r>
              <a:rPr lang="en-US" sz="1600" dirty="0">
                <a:latin typeface="Bahnschrift" panose="020B0502040204020203" pitchFamily="34" charset="0"/>
              </a:rPr>
              <a:t>TEKNIS PENEMBAKAN PESERTA DI PERSERTA DIPERBOLEHKAN MENEMBAK PLAT BULAT DARI ARAH MANA SAJA, DENGAN CATATAN BOLEH MENEMBAK POPPER APABILA PLAT BULAT SUDAH JATUH SEMUA.</a:t>
            </a:r>
          </a:p>
          <a:p>
            <a:pPr marL="285750" indent="-285750">
              <a:buFont typeface="Wingdings" panose="05000000000000000000" pitchFamily="2" charset="2"/>
              <a:buChar char="Ø"/>
            </a:pPr>
            <a:r>
              <a:rPr lang="en-US" sz="1600" dirty="0">
                <a:latin typeface="Bahnschrift" panose="020B0502040204020203" pitchFamily="34" charset="0"/>
              </a:rPr>
              <a:t>LEPAS MAGAZINE KOSONGKAN SENJATA</a:t>
            </a:r>
          </a:p>
          <a:p>
            <a:pPr marL="285750" indent="-285750">
              <a:buFont typeface="Wingdings" panose="05000000000000000000" pitchFamily="2" charset="2"/>
              <a:buChar char="Ø"/>
            </a:pPr>
            <a:r>
              <a:rPr lang="id-ID" sz="1600" dirty="0">
                <a:latin typeface="Bahnschrift" panose="020B0502040204020203" pitchFamily="34" charset="0"/>
              </a:rPr>
              <a:t>SEMUA ABA ABA ATAS PERINTA</a:t>
            </a:r>
            <a:r>
              <a:rPr lang="en-GB" sz="1600" dirty="0">
                <a:latin typeface="Bahnschrift" panose="020B0502040204020203" pitchFamily="34" charset="0"/>
              </a:rPr>
              <a:t>H</a:t>
            </a:r>
            <a:r>
              <a:rPr lang="id-ID" sz="1600" dirty="0">
                <a:latin typeface="Bahnschrift" panose="020B0502040204020203" pitchFamily="34" charset="0"/>
              </a:rPr>
              <a:t> RANGE OFFICER (RO)</a:t>
            </a:r>
          </a:p>
          <a:p>
            <a:endParaRPr lang="en-ID" dirty="0"/>
          </a:p>
        </p:txBody>
      </p:sp>
      <p:pic>
        <p:nvPicPr>
          <p:cNvPr id="4" name="Picture 3">
            <a:extLst>
              <a:ext uri="{FF2B5EF4-FFF2-40B4-BE49-F238E27FC236}">
                <a16:creationId xmlns:a16="http://schemas.microsoft.com/office/drawing/2014/main" id="{5491B946-EAE6-40F4-8E72-566F32DE58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33727" y="268941"/>
            <a:ext cx="857345" cy="764928"/>
          </a:xfrm>
          <a:prstGeom prst="rect">
            <a:avLst/>
          </a:prstGeom>
        </p:spPr>
      </p:pic>
    </p:spTree>
    <p:extLst>
      <p:ext uri="{BB962C8B-B14F-4D97-AF65-F5344CB8AC3E}">
        <p14:creationId xmlns:p14="http://schemas.microsoft.com/office/powerpoint/2010/main" val="234493691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91EB04F-8E67-4F75-906F-B96B3C70E90B}"/>
              </a:ext>
            </a:extLst>
          </p:cNvPr>
          <p:cNvSpPr>
            <a:spLocks noGrp="1"/>
          </p:cNvSpPr>
          <p:nvPr>
            <p:ph type="title"/>
          </p:nvPr>
        </p:nvSpPr>
        <p:spPr>
          <a:xfrm>
            <a:off x="838200" y="365125"/>
            <a:ext cx="10515599" cy="1508499"/>
          </a:xfrm>
        </p:spPr>
        <p:txBody>
          <a:bodyPr>
            <a:normAutofit/>
          </a:bodyPr>
          <a:lstStyle/>
          <a:p>
            <a:r>
              <a:rPr lang="id-ID" b="1" i="1" dirty="0">
                <a:latin typeface="Bahnschrift" panose="020B0502040204020203" pitchFamily="34" charset="0"/>
              </a:rPr>
              <a:t>DUELING PLAT</a:t>
            </a:r>
          </a:p>
        </p:txBody>
      </p:sp>
      <p:sp>
        <p:nvSpPr>
          <p:cNvPr id="3" name="Content Placeholder 2">
            <a:extLst>
              <a:ext uri="{FF2B5EF4-FFF2-40B4-BE49-F238E27FC236}">
                <a16:creationId xmlns:a16="http://schemas.microsoft.com/office/drawing/2014/main" id="{40DDAB45-933E-4F75-975C-B8FF000DF09E}"/>
              </a:ext>
            </a:extLst>
          </p:cNvPr>
          <p:cNvSpPr>
            <a:spLocks noGrp="1"/>
          </p:cNvSpPr>
          <p:nvPr>
            <p:ph idx="1"/>
          </p:nvPr>
        </p:nvSpPr>
        <p:spPr>
          <a:xfrm>
            <a:off x="838201" y="2294964"/>
            <a:ext cx="10515600" cy="4296523"/>
          </a:xfrm>
        </p:spPr>
        <p:txBody>
          <a:bodyPr>
            <a:normAutofit/>
          </a:bodyPr>
          <a:lstStyle/>
          <a:p>
            <a:pPr marL="0" indent="0">
              <a:buNone/>
            </a:pPr>
            <a:r>
              <a:rPr lang="id-ID" sz="1600" b="1" dirty="0">
                <a:latin typeface="Bahnschrift" panose="020B0502040204020203" pitchFamily="34" charset="0"/>
              </a:rPr>
              <a:t>METODE PENILAIAN</a:t>
            </a:r>
          </a:p>
          <a:p>
            <a:pPr marL="514350" lvl="1" indent="-285750">
              <a:buFont typeface="Wingdings" panose="05000000000000000000" pitchFamily="2" charset="2"/>
              <a:buChar char="Ø"/>
            </a:pPr>
            <a:r>
              <a:rPr lang="en-US" dirty="0">
                <a:latin typeface="Bahnschrift" panose="020B0502040204020203" pitchFamily="34" charset="0"/>
              </a:rPr>
              <a:t>PEMENANG DITENTUKAN APABILA PLAT BULAT HABIS DAN POPPER JATUH TERCEPAT.</a:t>
            </a:r>
          </a:p>
          <a:p>
            <a:pPr marL="514350" lvl="1" indent="-285750">
              <a:buFont typeface="Wingdings" panose="05000000000000000000" pitchFamily="2" charset="2"/>
              <a:buChar char="Ø"/>
            </a:pPr>
            <a:r>
              <a:rPr lang="id-ID" dirty="0">
                <a:latin typeface="Bahnschrift" panose="020B0502040204020203" pitchFamily="34" charset="0"/>
              </a:rPr>
              <a:t>PE</a:t>
            </a:r>
            <a:r>
              <a:rPr lang="en-US" dirty="0">
                <a:latin typeface="Bahnschrift" panose="020B0502040204020203" pitchFamily="34" charset="0"/>
              </a:rPr>
              <a:t>MENANG D</a:t>
            </a:r>
            <a:r>
              <a:rPr lang="id-ID" dirty="0">
                <a:latin typeface="Bahnschrift" panose="020B0502040204020203" pitchFamily="34" charset="0"/>
              </a:rPr>
              <a:t>I</a:t>
            </a:r>
            <a:r>
              <a:rPr lang="en-US" dirty="0">
                <a:latin typeface="Bahnschrift" panose="020B0502040204020203" pitchFamily="34" charset="0"/>
              </a:rPr>
              <a:t>TENTUKAN</a:t>
            </a:r>
            <a:r>
              <a:rPr lang="id-ID" dirty="0">
                <a:latin typeface="Bahnschrift" panose="020B0502040204020203" pitchFamily="34" charset="0"/>
              </a:rPr>
              <a:t> DARI JUMLAH PLAT YANG JATUH TE</a:t>
            </a:r>
            <a:r>
              <a:rPr lang="en-US" dirty="0">
                <a:latin typeface="Bahnschrift" panose="020B0502040204020203" pitchFamily="34" charset="0"/>
              </a:rPr>
              <a:t>RBANYAK DAN TERCEPAT.</a:t>
            </a:r>
          </a:p>
          <a:p>
            <a:pPr marL="514350" lvl="1" indent="-285750">
              <a:buFont typeface="Wingdings" panose="05000000000000000000" pitchFamily="2" charset="2"/>
              <a:buChar char="Ø"/>
            </a:pPr>
            <a:r>
              <a:rPr lang="en-US" dirty="0">
                <a:latin typeface="Bahnschrift" panose="020B0502040204020203" pitchFamily="34" charset="0"/>
              </a:rPr>
              <a:t>APABILA PLAT  YANG JATUH SAMA, PEMENANG AKAN DI TENTUKAN DARI WAKTU YANG TERCEPAT.</a:t>
            </a:r>
          </a:p>
          <a:p>
            <a:pPr marL="514350" lvl="1" indent="-285750">
              <a:buFont typeface="Wingdings" panose="05000000000000000000" pitchFamily="2" charset="2"/>
              <a:buChar char="Ø"/>
            </a:pPr>
            <a:r>
              <a:rPr lang="en-US" dirty="0">
                <a:latin typeface="Bahnschrift" panose="020B0502040204020203" pitchFamily="34" charset="0"/>
              </a:rPr>
              <a:t>APABILA PETEMBAK SAMA </a:t>
            </a:r>
            <a:r>
              <a:rPr lang="en-US" dirty="0" err="1">
                <a:latin typeface="Bahnschrift" panose="020B0502040204020203" pitchFamily="34" charset="0"/>
              </a:rPr>
              <a:t>SAMA</a:t>
            </a:r>
            <a:r>
              <a:rPr lang="en-US" dirty="0">
                <a:latin typeface="Bahnschrift" panose="020B0502040204020203" pitchFamily="34" charset="0"/>
              </a:rPr>
              <a:t> TIDAK MENJATUHKAN PLAT, PEMENANG DITENTUKAN DARI WAKTU PENEMBAKAN TERCEPAT.</a:t>
            </a:r>
          </a:p>
          <a:p>
            <a:pPr marL="228600" lvl="1" indent="0">
              <a:buNone/>
            </a:pPr>
            <a:endParaRPr lang="en-GB" dirty="0">
              <a:latin typeface="Bahnschrift" panose="020B0502040204020203" pitchFamily="34" charset="0"/>
            </a:endParaRPr>
          </a:p>
          <a:p>
            <a:pPr marL="0" indent="0">
              <a:buNone/>
            </a:pPr>
            <a:r>
              <a:rPr lang="id-ID" sz="1600" b="1" dirty="0">
                <a:latin typeface="Bahnschrift" panose="020B0502040204020203" pitchFamily="34" charset="0"/>
              </a:rPr>
              <a:t>DISKUALIFIKASI</a:t>
            </a:r>
          </a:p>
          <a:p>
            <a:pPr marL="514350" lvl="1" indent="-285750">
              <a:buFont typeface="Wingdings" panose="05000000000000000000" pitchFamily="2" charset="2"/>
              <a:buChar char="Ø"/>
            </a:pPr>
            <a:r>
              <a:rPr lang="id-ID" dirty="0">
                <a:latin typeface="Bahnschrift" panose="020B0502040204020203" pitchFamily="34" charset="0"/>
              </a:rPr>
              <a:t>PETEMBAK MENEMBAK PLAT P</a:t>
            </a:r>
            <a:r>
              <a:rPr lang="en-US" dirty="0">
                <a:latin typeface="Bahnschrift" panose="020B0502040204020203" pitchFamily="34" charset="0"/>
              </a:rPr>
              <a:t>OPPER</a:t>
            </a:r>
            <a:r>
              <a:rPr lang="id-ID" dirty="0">
                <a:latin typeface="Bahnschrift" panose="020B0502040204020203" pitchFamily="34" charset="0"/>
              </a:rPr>
              <a:t> (PLAT BULAT BELUM HABIS)</a:t>
            </a:r>
          </a:p>
          <a:p>
            <a:pPr marL="514350" lvl="1" indent="-285750">
              <a:buFont typeface="Wingdings" panose="05000000000000000000" pitchFamily="2" charset="2"/>
              <a:buChar char="Ø"/>
            </a:pPr>
            <a:r>
              <a:rPr lang="en-US" dirty="0">
                <a:latin typeface="Bahnschrift" panose="020B0502040204020203" pitchFamily="34" charset="0"/>
              </a:rPr>
              <a:t>PETEMBAK MELANGGAR ATURAN KESELAMATAN MENEMBAK</a:t>
            </a:r>
          </a:p>
          <a:p>
            <a:pPr marL="514350" lvl="1" indent="-285750">
              <a:buFont typeface="Wingdings" panose="05000000000000000000" pitchFamily="2" charset="2"/>
              <a:buChar char="Ø"/>
            </a:pPr>
            <a:r>
              <a:rPr lang="en-US" dirty="0">
                <a:latin typeface="Bahnschrift" panose="020B0502040204020203" pitchFamily="34" charset="0"/>
              </a:rPr>
              <a:t>PETEMBAK TIDAK MENGGUNAKAN KACAMATA DAN EAR PLUG</a:t>
            </a:r>
            <a:endParaRPr lang="id-ID" dirty="0">
              <a:latin typeface="Bahnschrift" panose="020B0502040204020203" pitchFamily="34" charset="0"/>
            </a:endParaRPr>
          </a:p>
        </p:txBody>
      </p:sp>
      <p:pic>
        <p:nvPicPr>
          <p:cNvPr id="4" name="Picture 3">
            <a:extLst>
              <a:ext uri="{FF2B5EF4-FFF2-40B4-BE49-F238E27FC236}">
                <a16:creationId xmlns:a16="http://schemas.microsoft.com/office/drawing/2014/main" id="{88134310-4B3C-4174-B716-8F28B4C0AD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33727" y="268941"/>
            <a:ext cx="857345" cy="764928"/>
          </a:xfrm>
          <a:prstGeom prst="rect">
            <a:avLst/>
          </a:prstGeom>
        </p:spPr>
      </p:pic>
    </p:spTree>
    <p:extLst>
      <p:ext uri="{BB962C8B-B14F-4D97-AF65-F5344CB8AC3E}">
        <p14:creationId xmlns:p14="http://schemas.microsoft.com/office/powerpoint/2010/main" val="234729152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E581EB-A02B-4873-BFD0-49794A95C059}"/>
              </a:ext>
            </a:extLst>
          </p:cNvPr>
          <p:cNvSpPr>
            <a:spLocks noGrp="1"/>
          </p:cNvSpPr>
          <p:nvPr>
            <p:ph idx="1"/>
          </p:nvPr>
        </p:nvSpPr>
        <p:spPr>
          <a:xfrm>
            <a:off x="914400" y="919135"/>
            <a:ext cx="10439400" cy="4043284"/>
          </a:xfrm>
        </p:spPr>
        <p:txBody>
          <a:bodyPr>
            <a:normAutofit/>
          </a:bodyPr>
          <a:lstStyle/>
          <a:p>
            <a:pPr marL="0" indent="0" algn="ctr">
              <a:buNone/>
            </a:pPr>
            <a:endParaRPr lang="id-ID" sz="6000" b="1" dirty="0">
              <a:latin typeface="Bahnschrift" panose="020B0502040204020203" pitchFamily="34" charset="0"/>
            </a:endParaRPr>
          </a:p>
          <a:p>
            <a:pPr marL="0" indent="0" algn="ctr">
              <a:buNone/>
            </a:pPr>
            <a:r>
              <a:rPr lang="id-ID" sz="6000" b="1" dirty="0">
                <a:latin typeface="Bahnschrift" panose="020B0502040204020203" pitchFamily="34" charset="0"/>
              </a:rPr>
              <a:t>SEKIAN</a:t>
            </a:r>
          </a:p>
          <a:p>
            <a:pPr marL="0" indent="0" algn="ctr">
              <a:buNone/>
            </a:pPr>
            <a:r>
              <a:rPr lang="id-ID" sz="6000" b="1" dirty="0">
                <a:latin typeface="Bahnschrift" panose="020B0502040204020203" pitchFamily="34" charset="0"/>
              </a:rPr>
              <a:t>&amp;</a:t>
            </a:r>
          </a:p>
          <a:p>
            <a:pPr marL="0" indent="0" algn="ctr">
              <a:buNone/>
            </a:pPr>
            <a:r>
              <a:rPr lang="id-ID" sz="6000" b="1" dirty="0">
                <a:latin typeface="Bahnschrift" panose="020B0502040204020203" pitchFamily="34" charset="0"/>
              </a:rPr>
              <a:t>TERIMAKASIH</a:t>
            </a:r>
            <a:endParaRPr lang="en-ID" sz="6000" b="1" dirty="0">
              <a:latin typeface="Bahnschrift" panose="020B0502040204020203" pitchFamily="34" charset="0"/>
            </a:endParaRPr>
          </a:p>
        </p:txBody>
      </p:sp>
      <p:pic>
        <p:nvPicPr>
          <p:cNvPr id="4" name="Picture 3">
            <a:extLst>
              <a:ext uri="{FF2B5EF4-FFF2-40B4-BE49-F238E27FC236}">
                <a16:creationId xmlns:a16="http://schemas.microsoft.com/office/drawing/2014/main" id="{DAEC63D8-B5B5-4C2E-8699-CB86ADB919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33727" y="268941"/>
            <a:ext cx="857345" cy="764928"/>
          </a:xfrm>
          <a:prstGeom prst="rect">
            <a:avLst/>
          </a:prstGeom>
        </p:spPr>
      </p:pic>
    </p:spTree>
    <p:extLst>
      <p:ext uri="{BB962C8B-B14F-4D97-AF65-F5344CB8AC3E}">
        <p14:creationId xmlns:p14="http://schemas.microsoft.com/office/powerpoint/2010/main" val="201026070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TM03090434[[fn=Wood Type]]</Template>
  <TotalTime>1804</TotalTime>
  <Words>1378</Words>
  <Application>Microsoft Office PowerPoint</Application>
  <PresentationFormat>Widescreen</PresentationFormat>
  <Paragraphs>159</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Bahnschrift</vt:lpstr>
      <vt:lpstr>Cambria Math</vt:lpstr>
      <vt:lpstr>Microsoft Sans Serif</vt:lpstr>
      <vt:lpstr>Rockwell</vt:lpstr>
      <vt:lpstr>Rockwell Condensed</vt:lpstr>
      <vt:lpstr>Wingdings</vt:lpstr>
      <vt:lpstr>Wood Type</vt:lpstr>
      <vt:lpstr>BDA SHOOTING CHAMPIONSHIP 2026</vt:lpstr>
      <vt:lpstr>MATERI PERTANDINGAN</vt:lpstr>
      <vt:lpstr>BIAYA PENDAFTARAN</vt:lpstr>
      <vt:lpstr>JADWAL PERTANDINGAN</vt:lpstr>
      <vt:lpstr>CONTACT PERSON</vt:lpstr>
      <vt:lpstr>ATURAN PERTANDINGAN</vt:lpstr>
      <vt:lpstr>ATURAN PERTANDINGAN</vt:lpstr>
      <vt:lpstr>ATURAN KEAMANAN</vt:lpstr>
      <vt:lpstr>PRESISI PISTOL 20 M</vt:lpstr>
      <vt:lpstr>PRESISI PISTOL 20 M</vt:lpstr>
      <vt:lpstr>PRESISI PISTOL 20 M</vt:lpstr>
      <vt:lpstr>PRESISI PISTOL 20 M DISKUALIFIKASI, PENALTY, DID NOT SHOOTS (DNS) DAN DO NOT FINISH (DNF) </vt:lpstr>
      <vt:lpstr>DNS (DID NOT SHOOTS)</vt:lpstr>
      <vt:lpstr>DNF (DID NOT FINISH)</vt:lpstr>
      <vt:lpstr>DUELING PLAT</vt:lpstr>
      <vt:lpstr>DUELING PLAT</vt:lpstr>
      <vt:lpstr>DUELING PLAT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BDA OPEN TURNAMENT MENEMBAK 2026</dc:title>
  <dc:creator>ady</dc:creator>
  <cp:lastModifiedBy>Maulana Hermawan</cp:lastModifiedBy>
  <cp:revision>84</cp:revision>
  <dcterms:created xsi:type="dcterms:W3CDTF">2026-08-17T15:20:46Z</dcterms:created>
  <dcterms:modified xsi:type="dcterms:W3CDTF">2026-09-26T09:41:08Z</dcterms:modified>
</cp:coreProperties>
</file>